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94" r:id="rId33"/>
    <p:sldId id="288" r:id="rId34"/>
    <p:sldId id="289" r:id="rId35"/>
    <p:sldId id="290" r:id="rId36"/>
    <p:sldId id="291" r:id="rId37"/>
    <p:sldId id="295" r:id="rId38"/>
    <p:sldId id="296" r:id="rId39"/>
    <p:sldId id="292" r:id="rId40"/>
    <p:sldId id="293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AE136F-D124-483F-AC03-22821396504E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FF09A01-77B4-44B0-876A-C2F6B2933D79}">
      <dgm:prSet phldrT="[Text]" phldr="0" custT="1"/>
      <dgm:spPr/>
      <dgm:t>
        <a:bodyPr/>
        <a:lstStyle/>
        <a:p>
          <a:r>
            <a:rPr lang="en-US" sz="2000" noProof="0" dirty="0">
              <a:latin typeface="Times New Roman" panose="02020603050405020304" pitchFamily="18" charset="0"/>
              <a:cs typeface="Times New Roman" panose="02020603050405020304" pitchFamily="18" charset="0"/>
            </a:rPr>
            <a:t>ML </a:t>
          </a:r>
        </a:p>
      </dgm:t>
    </dgm:pt>
    <dgm:pt modelId="{A0176B45-7CD7-4B29-B0C6-F0775C752854}" type="parTrans" cxnId="{775815A8-5623-4DDA-A342-BDDA925E7C4C}">
      <dgm:prSet/>
      <dgm:spPr/>
      <dgm:t>
        <a:bodyPr/>
        <a:lstStyle/>
        <a:p>
          <a:endParaRPr lang="en-US"/>
        </a:p>
      </dgm:t>
    </dgm:pt>
    <dgm:pt modelId="{B2E88178-C6F6-4E99-AB15-3E7107149951}" type="sibTrans" cxnId="{775815A8-5623-4DDA-A342-BDDA925E7C4C}">
      <dgm:prSet/>
      <dgm:spPr/>
      <dgm:t>
        <a:bodyPr/>
        <a:lstStyle/>
        <a:p>
          <a:endParaRPr lang="en-US"/>
        </a:p>
      </dgm:t>
    </dgm:pt>
    <dgm:pt modelId="{DD758363-1323-4250-89AB-9A510669F419}">
      <dgm:prSet phldrT="[Text]" custT="1"/>
      <dgm:spPr/>
      <dgm:t>
        <a:bodyPr/>
        <a:lstStyle/>
        <a:p>
          <a:pPr>
            <a:buNone/>
          </a:pPr>
          <a:r>
            <a:rPr lang="en-US" sz="2000" b="1" noProof="0" dirty="0">
              <a:latin typeface="Times New Roman" panose="02020603050405020304" pitchFamily="18" charset="0"/>
              <a:cs typeface="Times New Roman" panose="02020603050405020304" pitchFamily="18" charset="0"/>
            </a:rPr>
            <a:t>Supervised</a:t>
          </a:r>
          <a:endParaRPr lang="en-US" sz="2000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FAA18F7-14D6-4556-B467-70C471DE95A8}" type="parTrans" cxnId="{8077011C-25DA-449C-A351-C6F85EE73C3F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49D39F4-ABF3-4353-8D84-7A83991A0BFC}" type="sibTrans" cxnId="{8077011C-25DA-449C-A351-C6F85EE73C3F}">
      <dgm:prSet/>
      <dgm:spPr/>
      <dgm:t>
        <a:bodyPr/>
        <a:lstStyle/>
        <a:p>
          <a:endParaRPr lang="en-US"/>
        </a:p>
      </dgm:t>
    </dgm:pt>
    <dgm:pt modelId="{F1AA55A2-C9F3-4A00-8D59-F67D89D81BD4}">
      <dgm:prSet phldrT="[Text]" custT="1"/>
      <dgm:spPr/>
      <dgm:t>
        <a:bodyPr/>
        <a:lstStyle/>
        <a:p>
          <a:r>
            <a:rPr lang="en-US" sz="2000" b="1" noProof="0" dirty="0">
              <a:latin typeface="Times New Roman" panose="02020603050405020304" pitchFamily="18" charset="0"/>
              <a:cs typeface="Times New Roman" panose="02020603050405020304" pitchFamily="18" charset="0"/>
            </a:rPr>
            <a:t>Unsupervised</a:t>
          </a:r>
          <a:endParaRPr lang="en-US" sz="2000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68ACB61-786B-4FDF-80C4-7FFE79DF1FC2}" type="parTrans" cxnId="{32398BD6-4098-4C5A-B22E-F1DE133C8739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E374789-6456-40BD-BF94-3BE2CA7F91CE}" type="sibTrans" cxnId="{32398BD6-4098-4C5A-B22E-F1DE133C8739}">
      <dgm:prSet/>
      <dgm:spPr/>
      <dgm:t>
        <a:bodyPr/>
        <a:lstStyle/>
        <a:p>
          <a:endParaRPr lang="en-US"/>
        </a:p>
      </dgm:t>
    </dgm:pt>
    <dgm:pt modelId="{0A05D8B3-C7FB-4C5B-A947-19401EC49F74}">
      <dgm:prSet phldrT="[Text]" phldr="0" custT="1"/>
      <dgm:spPr/>
      <dgm:t>
        <a:bodyPr/>
        <a:lstStyle/>
        <a:p>
          <a:r>
            <a:rPr lang="en-US" sz="2000" noProof="0" dirty="0">
              <a:latin typeface="Times New Roman" panose="02020603050405020304" pitchFamily="18" charset="0"/>
              <a:cs typeface="Times New Roman" panose="02020603050405020304" pitchFamily="18" charset="0"/>
            </a:rPr>
            <a:t>Reinforcement </a:t>
          </a:r>
        </a:p>
      </dgm:t>
    </dgm:pt>
    <dgm:pt modelId="{076E8458-A0D0-4CA3-9604-60274894077D}" type="parTrans" cxnId="{25681C69-DBE7-40FD-9CE5-F2ED7C30FF52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849C4C2-6C7B-436D-9580-D50F26C6BCD6}" type="sibTrans" cxnId="{25681C69-DBE7-40FD-9CE5-F2ED7C30FF52}">
      <dgm:prSet/>
      <dgm:spPr/>
      <dgm:t>
        <a:bodyPr/>
        <a:lstStyle/>
        <a:p>
          <a:endParaRPr lang="en-US"/>
        </a:p>
      </dgm:t>
    </dgm:pt>
    <dgm:pt modelId="{B857F078-5EB3-473F-B184-63D6F4BF470C}">
      <dgm:prSet phldrT="[Text]" phldr="0" custT="1"/>
      <dgm:spPr/>
      <dgm:t>
        <a:bodyPr/>
        <a:lstStyle/>
        <a:p>
          <a:r>
            <a:rPr lang="en-US" sz="2000" noProof="0" dirty="0">
              <a:latin typeface="Times New Roman" panose="02020603050405020304" pitchFamily="18" charset="0"/>
              <a:cs typeface="Times New Roman" panose="02020603050405020304" pitchFamily="18" charset="0"/>
            </a:rPr>
            <a:t>Generative AI</a:t>
          </a:r>
        </a:p>
      </dgm:t>
    </dgm:pt>
    <dgm:pt modelId="{4A14A194-1504-4E62-9EFA-79F53BC3C048}" type="parTrans" cxnId="{AD5C60C1-0D4E-47B8-9AE1-1562C0050D01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718D5C8-F869-4B3B-A5A7-02032C203424}" type="sibTrans" cxnId="{AD5C60C1-0D4E-47B8-9AE1-1562C0050D01}">
      <dgm:prSet/>
      <dgm:spPr/>
      <dgm:t>
        <a:bodyPr/>
        <a:lstStyle/>
        <a:p>
          <a:endParaRPr lang="en-US"/>
        </a:p>
      </dgm:t>
    </dgm:pt>
    <dgm:pt modelId="{4EA2A01E-A9D9-405F-857F-B64D6339DC30}">
      <dgm:prSet phldrT="[Text]" custT="1"/>
      <dgm:spPr/>
      <dgm:t>
        <a:bodyPr/>
        <a:lstStyle/>
        <a:p>
          <a:pPr>
            <a:buNone/>
          </a:pPr>
          <a:r>
            <a:rPr lang="en-US" sz="2000" noProof="0" dirty="0">
              <a:latin typeface="Times New Roman" panose="02020603050405020304" pitchFamily="18" charset="0"/>
              <a:cs typeface="Times New Roman" panose="02020603050405020304" pitchFamily="18" charset="0"/>
            </a:rPr>
            <a:t>Regression</a:t>
          </a:r>
        </a:p>
      </dgm:t>
    </dgm:pt>
    <dgm:pt modelId="{C7A2012A-C8F6-43B6-AAAC-CF2C80A35F58}" type="parTrans" cxnId="{04E71ECE-7BAD-447C-8F4E-99C42EC3C77B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589B248-922C-4915-96F1-FC21C588EED6}" type="sibTrans" cxnId="{04E71ECE-7BAD-447C-8F4E-99C42EC3C77B}">
      <dgm:prSet/>
      <dgm:spPr/>
      <dgm:t>
        <a:bodyPr/>
        <a:lstStyle/>
        <a:p>
          <a:endParaRPr lang="en-US"/>
        </a:p>
      </dgm:t>
    </dgm:pt>
    <dgm:pt modelId="{35062873-E71F-4C12-B798-E26C14010E27}">
      <dgm:prSet phldrT="[Text]" custT="1"/>
      <dgm:spPr/>
      <dgm:t>
        <a:bodyPr/>
        <a:lstStyle/>
        <a:p>
          <a:pPr>
            <a:buNone/>
          </a:pPr>
          <a:r>
            <a:rPr lang="en-US" sz="2000" noProof="0" dirty="0">
              <a:latin typeface="Times New Roman" panose="02020603050405020304" pitchFamily="18" charset="0"/>
              <a:cs typeface="Times New Roman" panose="02020603050405020304" pitchFamily="18" charset="0"/>
            </a:rPr>
            <a:t>Binary classification </a:t>
          </a:r>
        </a:p>
      </dgm:t>
    </dgm:pt>
    <dgm:pt modelId="{66D8A7A0-112A-42B3-A070-D3F60F35596E}" type="parTrans" cxnId="{0513AA1F-6240-4F09-98D6-50E2F6F36B5A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92F0B91-147D-4F23-8694-B93F8D7376F0}" type="sibTrans" cxnId="{0513AA1F-6240-4F09-98D6-50E2F6F36B5A}">
      <dgm:prSet/>
      <dgm:spPr/>
      <dgm:t>
        <a:bodyPr/>
        <a:lstStyle/>
        <a:p>
          <a:endParaRPr lang="en-US"/>
        </a:p>
      </dgm:t>
    </dgm:pt>
    <dgm:pt modelId="{DE1C8655-8FD8-4F86-8782-00FE5BC0132D}">
      <dgm:prSet phldrT="[Text]" custT="1"/>
      <dgm:spPr/>
      <dgm:t>
        <a:bodyPr/>
        <a:lstStyle/>
        <a:p>
          <a:pPr>
            <a:buNone/>
          </a:pPr>
          <a:r>
            <a:rPr lang="en-US" sz="2000" noProof="0" dirty="0">
              <a:latin typeface="Times New Roman" panose="02020603050405020304" pitchFamily="18" charset="0"/>
              <a:cs typeface="Times New Roman" panose="02020603050405020304" pitchFamily="18" charset="0"/>
            </a:rPr>
            <a:t>Multi class classification </a:t>
          </a:r>
        </a:p>
      </dgm:t>
    </dgm:pt>
    <dgm:pt modelId="{8734072B-7BF0-4B0B-B6EB-115374993BF3}" type="parTrans" cxnId="{982307A6-841E-467F-8A58-5D658895FE3C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3C994CF-4D32-483F-9FE6-8B613812AC4A}" type="sibTrans" cxnId="{982307A6-841E-467F-8A58-5D658895FE3C}">
      <dgm:prSet/>
      <dgm:spPr/>
      <dgm:t>
        <a:bodyPr/>
        <a:lstStyle/>
        <a:p>
          <a:endParaRPr lang="en-US"/>
        </a:p>
      </dgm:t>
    </dgm:pt>
    <dgm:pt modelId="{E2EE0E31-B578-4022-AFFE-293C74213927}" type="pres">
      <dgm:prSet presAssocID="{94AE136F-D124-483F-AC03-22821396504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CA5E50FF-D9CF-41E3-85C3-147AA3BFB8D4}" type="pres">
      <dgm:prSet presAssocID="{3FF09A01-77B4-44B0-876A-C2F6B2933D79}" presName="hierRoot1" presStyleCnt="0">
        <dgm:presLayoutVars>
          <dgm:hierBranch val="init"/>
        </dgm:presLayoutVars>
      </dgm:prSet>
      <dgm:spPr/>
    </dgm:pt>
    <dgm:pt modelId="{A9779726-EBF5-418E-868A-D8D8CC94CD63}" type="pres">
      <dgm:prSet presAssocID="{3FF09A01-77B4-44B0-876A-C2F6B2933D79}" presName="rootComposite1" presStyleCnt="0"/>
      <dgm:spPr/>
    </dgm:pt>
    <dgm:pt modelId="{D6B4B432-BC5E-45BE-A073-0A4DA1B4E380}" type="pres">
      <dgm:prSet presAssocID="{3FF09A01-77B4-44B0-876A-C2F6B2933D79}" presName="rootText1" presStyleLbl="node0" presStyleIdx="0" presStyleCnt="1">
        <dgm:presLayoutVars>
          <dgm:chPref val="3"/>
        </dgm:presLayoutVars>
      </dgm:prSet>
      <dgm:spPr/>
    </dgm:pt>
    <dgm:pt modelId="{909D88A3-D93A-42D7-94E3-757266C2379F}" type="pres">
      <dgm:prSet presAssocID="{3FF09A01-77B4-44B0-876A-C2F6B2933D79}" presName="rootConnector1" presStyleLbl="node1" presStyleIdx="0" presStyleCnt="0"/>
      <dgm:spPr/>
    </dgm:pt>
    <dgm:pt modelId="{E43C4507-BA52-440D-B7AA-C19722CEBC11}" type="pres">
      <dgm:prSet presAssocID="{3FF09A01-77B4-44B0-876A-C2F6B2933D79}" presName="hierChild2" presStyleCnt="0"/>
      <dgm:spPr/>
    </dgm:pt>
    <dgm:pt modelId="{0B4F52AB-449E-4D8B-A157-A09EC1C97349}" type="pres">
      <dgm:prSet presAssocID="{BFAA18F7-14D6-4556-B467-70C471DE95A8}" presName="Name64" presStyleLbl="parChTrans1D2" presStyleIdx="0" presStyleCnt="4"/>
      <dgm:spPr/>
    </dgm:pt>
    <dgm:pt modelId="{8D8067F1-F0AB-4ED1-A778-349340284C67}" type="pres">
      <dgm:prSet presAssocID="{DD758363-1323-4250-89AB-9A510669F419}" presName="hierRoot2" presStyleCnt="0">
        <dgm:presLayoutVars>
          <dgm:hierBranch val="init"/>
        </dgm:presLayoutVars>
      </dgm:prSet>
      <dgm:spPr/>
    </dgm:pt>
    <dgm:pt modelId="{5F79BD4F-1716-4951-B52D-A9E9CC8FB30E}" type="pres">
      <dgm:prSet presAssocID="{DD758363-1323-4250-89AB-9A510669F419}" presName="rootComposite" presStyleCnt="0"/>
      <dgm:spPr/>
    </dgm:pt>
    <dgm:pt modelId="{E19E3E6E-1530-4C17-8659-8B984DF44400}" type="pres">
      <dgm:prSet presAssocID="{DD758363-1323-4250-89AB-9A510669F419}" presName="rootText" presStyleLbl="node2" presStyleIdx="0" presStyleCnt="4">
        <dgm:presLayoutVars>
          <dgm:chPref val="3"/>
        </dgm:presLayoutVars>
      </dgm:prSet>
      <dgm:spPr/>
    </dgm:pt>
    <dgm:pt modelId="{6A897515-2452-436A-832B-C8658647BDC1}" type="pres">
      <dgm:prSet presAssocID="{DD758363-1323-4250-89AB-9A510669F419}" presName="rootConnector" presStyleLbl="node2" presStyleIdx="0" presStyleCnt="4"/>
      <dgm:spPr/>
    </dgm:pt>
    <dgm:pt modelId="{F51B23AE-1C53-4C10-ABFF-6EFDD1B530F2}" type="pres">
      <dgm:prSet presAssocID="{DD758363-1323-4250-89AB-9A510669F419}" presName="hierChild4" presStyleCnt="0"/>
      <dgm:spPr/>
    </dgm:pt>
    <dgm:pt modelId="{E077A212-498F-4A83-9976-8AFA3FCB83AF}" type="pres">
      <dgm:prSet presAssocID="{C7A2012A-C8F6-43B6-AAAC-CF2C80A35F58}" presName="Name64" presStyleLbl="parChTrans1D3" presStyleIdx="0" presStyleCnt="3"/>
      <dgm:spPr/>
    </dgm:pt>
    <dgm:pt modelId="{C18DC7E7-C467-45D0-88A7-64987B1090E8}" type="pres">
      <dgm:prSet presAssocID="{4EA2A01E-A9D9-405F-857F-B64D6339DC30}" presName="hierRoot2" presStyleCnt="0">
        <dgm:presLayoutVars>
          <dgm:hierBranch val="init"/>
        </dgm:presLayoutVars>
      </dgm:prSet>
      <dgm:spPr/>
    </dgm:pt>
    <dgm:pt modelId="{7A7F0BC6-562B-451C-AFFA-8045EA0B1258}" type="pres">
      <dgm:prSet presAssocID="{4EA2A01E-A9D9-405F-857F-B64D6339DC30}" presName="rootComposite" presStyleCnt="0"/>
      <dgm:spPr/>
    </dgm:pt>
    <dgm:pt modelId="{C8C41819-FB1C-4890-8905-8056FE2D9CF4}" type="pres">
      <dgm:prSet presAssocID="{4EA2A01E-A9D9-405F-857F-B64D6339DC30}" presName="rootText" presStyleLbl="node3" presStyleIdx="0" presStyleCnt="3">
        <dgm:presLayoutVars>
          <dgm:chPref val="3"/>
        </dgm:presLayoutVars>
      </dgm:prSet>
      <dgm:spPr/>
    </dgm:pt>
    <dgm:pt modelId="{C3268535-C726-45CE-9F2F-338C4A4BCA6C}" type="pres">
      <dgm:prSet presAssocID="{4EA2A01E-A9D9-405F-857F-B64D6339DC30}" presName="rootConnector" presStyleLbl="node3" presStyleIdx="0" presStyleCnt="3"/>
      <dgm:spPr/>
    </dgm:pt>
    <dgm:pt modelId="{D42000DE-5DF4-40C9-B13D-88822455C53A}" type="pres">
      <dgm:prSet presAssocID="{4EA2A01E-A9D9-405F-857F-B64D6339DC30}" presName="hierChild4" presStyleCnt="0"/>
      <dgm:spPr/>
    </dgm:pt>
    <dgm:pt modelId="{792FDD34-8B12-4D23-A7D8-4E5FC071711A}" type="pres">
      <dgm:prSet presAssocID="{4EA2A01E-A9D9-405F-857F-B64D6339DC30}" presName="hierChild5" presStyleCnt="0"/>
      <dgm:spPr/>
    </dgm:pt>
    <dgm:pt modelId="{BB625D2B-79EB-4B45-84FA-76AF2204C4B0}" type="pres">
      <dgm:prSet presAssocID="{66D8A7A0-112A-42B3-A070-D3F60F35596E}" presName="Name64" presStyleLbl="parChTrans1D3" presStyleIdx="1" presStyleCnt="3"/>
      <dgm:spPr/>
    </dgm:pt>
    <dgm:pt modelId="{E711B406-A213-4E7E-A2C0-2E9C3C3CBCFD}" type="pres">
      <dgm:prSet presAssocID="{35062873-E71F-4C12-B798-E26C14010E27}" presName="hierRoot2" presStyleCnt="0">
        <dgm:presLayoutVars>
          <dgm:hierBranch val="init"/>
        </dgm:presLayoutVars>
      </dgm:prSet>
      <dgm:spPr/>
    </dgm:pt>
    <dgm:pt modelId="{98482492-B2C2-4177-B302-FA322ED5C8E2}" type="pres">
      <dgm:prSet presAssocID="{35062873-E71F-4C12-B798-E26C14010E27}" presName="rootComposite" presStyleCnt="0"/>
      <dgm:spPr/>
    </dgm:pt>
    <dgm:pt modelId="{D3BDF6E2-4544-4FAC-860C-5F00189EDCD9}" type="pres">
      <dgm:prSet presAssocID="{35062873-E71F-4C12-B798-E26C14010E27}" presName="rootText" presStyleLbl="node3" presStyleIdx="1" presStyleCnt="3">
        <dgm:presLayoutVars>
          <dgm:chPref val="3"/>
        </dgm:presLayoutVars>
      </dgm:prSet>
      <dgm:spPr/>
    </dgm:pt>
    <dgm:pt modelId="{68DBDCB4-C7A1-4973-B795-E0A9D665AAA5}" type="pres">
      <dgm:prSet presAssocID="{35062873-E71F-4C12-B798-E26C14010E27}" presName="rootConnector" presStyleLbl="node3" presStyleIdx="1" presStyleCnt="3"/>
      <dgm:spPr/>
    </dgm:pt>
    <dgm:pt modelId="{C78A4EA0-660C-49F1-8D96-E4B007F38040}" type="pres">
      <dgm:prSet presAssocID="{35062873-E71F-4C12-B798-E26C14010E27}" presName="hierChild4" presStyleCnt="0"/>
      <dgm:spPr/>
    </dgm:pt>
    <dgm:pt modelId="{E8821540-B1BA-4227-A741-10EFD9B46237}" type="pres">
      <dgm:prSet presAssocID="{35062873-E71F-4C12-B798-E26C14010E27}" presName="hierChild5" presStyleCnt="0"/>
      <dgm:spPr/>
    </dgm:pt>
    <dgm:pt modelId="{EEE29088-FBAD-4820-9523-E0B332A6CCFF}" type="pres">
      <dgm:prSet presAssocID="{8734072B-7BF0-4B0B-B6EB-115374993BF3}" presName="Name64" presStyleLbl="parChTrans1D3" presStyleIdx="2" presStyleCnt="3"/>
      <dgm:spPr/>
    </dgm:pt>
    <dgm:pt modelId="{B38EC264-A7A7-4526-9FFF-CF67C46F67EB}" type="pres">
      <dgm:prSet presAssocID="{DE1C8655-8FD8-4F86-8782-00FE5BC0132D}" presName="hierRoot2" presStyleCnt="0">
        <dgm:presLayoutVars>
          <dgm:hierBranch val="init"/>
        </dgm:presLayoutVars>
      </dgm:prSet>
      <dgm:spPr/>
    </dgm:pt>
    <dgm:pt modelId="{01CB58B5-0969-47E5-B385-4FDF0B5826CD}" type="pres">
      <dgm:prSet presAssocID="{DE1C8655-8FD8-4F86-8782-00FE5BC0132D}" presName="rootComposite" presStyleCnt="0"/>
      <dgm:spPr/>
    </dgm:pt>
    <dgm:pt modelId="{EDA2DA6F-C767-45C5-8788-D5C2E850B56B}" type="pres">
      <dgm:prSet presAssocID="{DE1C8655-8FD8-4F86-8782-00FE5BC0132D}" presName="rootText" presStyleLbl="node3" presStyleIdx="2" presStyleCnt="3">
        <dgm:presLayoutVars>
          <dgm:chPref val="3"/>
        </dgm:presLayoutVars>
      </dgm:prSet>
      <dgm:spPr/>
    </dgm:pt>
    <dgm:pt modelId="{59018BD2-D5F4-4DD8-BC44-13F20ACF2015}" type="pres">
      <dgm:prSet presAssocID="{DE1C8655-8FD8-4F86-8782-00FE5BC0132D}" presName="rootConnector" presStyleLbl="node3" presStyleIdx="2" presStyleCnt="3"/>
      <dgm:spPr/>
    </dgm:pt>
    <dgm:pt modelId="{062E471A-0B00-4CFF-BBC6-0BC3F39CD363}" type="pres">
      <dgm:prSet presAssocID="{DE1C8655-8FD8-4F86-8782-00FE5BC0132D}" presName="hierChild4" presStyleCnt="0"/>
      <dgm:spPr/>
    </dgm:pt>
    <dgm:pt modelId="{C8054011-1234-4522-ACB7-FC48A0EAC406}" type="pres">
      <dgm:prSet presAssocID="{DE1C8655-8FD8-4F86-8782-00FE5BC0132D}" presName="hierChild5" presStyleCnt="0"/>
      <dgm:spPr/>
    </dgm:pt>
    <dgm:pt modelId="{DC503603-7066-4E49-9FEF-C2CAFFDB1AC3}" type="pres">
      <dgm:prSet presAssocID="{DD758363-1323-4250-89AB-9A510669F419}" presName="hierChild5" presStyleCnt="0"/>
      <dgm:spPr/>
    </dgm:pt>
    <dgm:pt modelId="{8ED9D549-1B64-48E6-BF2E-0B8F8994C2CA}" type="pres">
      <dgm:prSet presAssocID="{168ACB61-786B-4FDF-80C4-7FFE79DF1FC2}" presName="Name64" presStyleLbl="parChTrans1D2" presStyleIdx="1" presStyleCnt="4"/>
      <dgm:spPr/>
    </dgm:pt>
    <dgm:pt modelId="{1D5E4AF0-66A0-4006-9603-8CB54528EA17}" type="pres">
      <dgm:prSet presAssocID="{F1AA55A2-C9F3-4A00-8D59-F67D89D81BD4}" presName="hierRoot2" presStyleCnt="0">
        <dgm:presLayoutVars>
          <dgm:hierBranch val="init"/>
        </dgm:presLayoutVars>
      </dgm:prSet>
      <dgm:spPr/>
    </dgm:pt>
    <dgm:pt modelId="{536E9CDA-AAD0-4C42-B274-0C9B015864D6}" type="pres">
      <dgm:prSet presAssocID="{F1AA55A2-C9F3-4A00-8D59-F67D89D81BD4}" presName="rootComposite" presStyleCnt="0"/>
      <dgm:spPr/>
    </dgm:pt>
    <dgm:pt modelId="{7DC2D7F2-DE01-401E-B5CB-64857A3284FD}" type="pres">
      <dgm:prSet presAssocID="{F1AA55A2-C9F3-4A00-8D59-F67D89D81BD4}" presName="rootText" presStyleLbl="node2" presStyleIdx="1" presStyleCnt="4">
        <dgm:presLayoutVars>
          <dgm:chPref val="3"/>
        </dgm:presLayoutVars>
      </dgm:prSet>
      <dgm:spPr/>
    </dgm:pt>
    <dgm:pt modelId="{11049C00-1C14-49A3-8F07-822B9A500AFC}" type="pres">
      <dgm:prSet presAssocID="{F1AA55A2-C9F3-4A00-8D59-F67D89D81BD4}" presName="rootConnector" presStyleLbl="node2" presStyleIdx="1" presStyleCnt="4"/>
      <dgm:spPr/>
    </dgm:pt>
    <dgm:pt modelId="{1F0D8EC3-692A-45F9-9423-F57F9CDD65F9}" type="pres">
      <dgm:prSet presAssocID="{F1AA55A2-C9F3-4A00-8D59-F67D89D81BD4}" presName="hierChild4" presStyleCnt="0"/>
      <dgm:spPr/>
    </dgm:pt>
    <dgm:pt modelId="{88E4D3DF-7DF9-46E2-83EC-60F3661DF2F4}" type="pres">
      <dgm:prSet presAssocID="{F1AA55A2-C9F3-4A00-8D59-F67D89D81BD4}" presName="hierChild5" presStyleCnt="0"/>
      <dgm:spPr/>
    </dgm:pt>
    <dgm:pt modelId="{AC0AA1D4-49BE-4530-A402-4E2CF73EDF9B}" type="pres">
      <dgm:prSet presAssocID="{076E8458-A0D0-4CA3-9604-60274894077D}" presName="Name64" presStyleLbl="parChTrans1D2" presStyleIdx="2" presStyleCnt="4"/>
      <dgm:spPr/>
    </dgm:pt>
    <dgm:pt modelId="{0E4CAD1C-F63A-4701-8AB8-2E0DF5FFA9FA}" type="pres">
      <dgm:prSet presAssocID="{0A05D8B3-C7FB-4C5B-A947-19401EC49F74}" presName="hierRoot2" presStyleCnt="0">
        <dgm:presLayoutVars>
          <dgm:hierBranch val="init"/>
        </dgm:presLayoutVars>
      </dgm:prSet>
      <dgm:spPr/>
    </dgm:pt>
    <dgm:pt modelId="{2557B5CE-CFDD-428F-90CA-E114F558AFC9}" type="pres">
      <dgm:prSet presAssocID="{0A05D8B3-C7FB-4C5B-A947-19401EC49F74}" presName="rootComposite" presStyleCnt="0"/>
      <dgm:spPr/>
    </dgm:pt>
    <dgm:pt modelId="{F80E0ED1-21BF-46F9-A788-FD096D472D9E}" type="pres">
      <dgm:prSet presAssocID="{0A05D8B3-C7FB-4C5B-A947-19401EC49F74}" presName="rootText" presStyleLbl="node2" presStyleIdx="2" presStyleCnt="4">
        <dgm:presLayoutVars>
          <dgm:chPref val="3"/>
        </dgm:presLayoutVars>
      </dgm:prSet>
      <dgm:spPr/>
    </dgm:pt>
    <dgm:pt modelId="{D543FBEC-6EBE-449E-8290-3B0242F230C4}" type="pres">
      <dgm:prSet presAssocID="{0A05D8B3-C7FB-4C5B-A947-19401EC49F74}" presName="rootConnector" presStyleLbl="node2" presStyleIdx="2" presStyleCnt="4"/>
      <dgm:spPr/>
    </dgm:pt>
    <dgm:pt modelId="{317ADE1B-5DE7-4CB0-B33F-D465BBF05B01}" type="pres">
      <dgm:prSet presAssocID="{0A05D8B3-C7FB-4C5B-A947-19401EC49F74}" presName="hierChild4" presStyleCnt="0"/>
      <dgm:spPr/>
    </dgm:pt>
    <dgm:pt modelId="{208C8E4D-7110-43DC-90F1-3F33424E2575}" type="pres">
      <dgm:prSet presAssocID="{0A05D8B3-C7FB-4C5B-A947-19401EC49F74}" presName="hierChild5" presStyleCnt="0"/>
      <dgm:spPr/>
    </dgm:pt>
    <dgm:pt modelId="{D3EC1F88-457C-4A86-9BDD-945509D00EBF}" type="pres">
      <dgm:prSet presAssocID="{4A14A194-1504-4E62-9EFA-79F53BC3C048}" presName="Name64" presStyleLbl="parChTrans1D2" presStyleIdx="3" presStyleCnt="4"/>
      <dgm:spPr/>
    </dgm:pt>
    <dgm:pt modelId="{1BC690B0-ABDE-4FC8-82CE-320DB84DBDC6}" type="pres">
      <dgm:prSet presAssocID="{B857F078-5EB3-473F-B184-63D6F4BF470C}" presName="hierRoot2" presStyleCnt="0">
        <dgm:presLayoutVars>
          <dgm:hierBranch val="init"/>
        </dgm:presLayoutVars>
      </dgm:prSet>
      <dgm:spPr/>
    </dgm:pt>
    <dgm:pt modelId="{B3BE6936-6543-4F95-B923-2770B72FD468}" type="pres">
      <dgm:prSet presAssocID="{B857F078-5EB3-473F-B184-63D6F4BF470C}" presName="rootComposite" presStyleCnt="0"/>
      <dgm:spPr/>
    </dgm:pt>
    <dgm:pt modelId="{F27EDAD8-8964-4123-B380-BA22BE60CDA2}" type="pres">
      <dgm:prSet presAssocID="{B857F078-5EB3-473F-B184-63D6F4BF470C}" presName="rootText" presStyleLbl="node2" presStyleIdx="3" presStyleCnt="4">
        <dgm:presLayoutVars>
          <dgm:chPref val="3"/>
        </dgm:presLayoutVars>
      </dgm:prSet>
      <dgm:spPr/>
    </dgm:pt>
    <dgm:pt modelId="{5ABB332F-4537-415A-9E29-3C42FC8BF2EB}" type="pres">
      <dgm:prSet presAssocID="{B857F078-5EB3-473F-B184-63D6F4BF470C}" presName="rootConnector" presStyleLbl="node2" presStyleIdx="3" presStyleCnt="4"/>
      <dgm:spPr/>
    </dgm:pt>
    <dgm:pt modelId="{3D697D0A-2718-4A5A-89A8-622CF71646FF}" type="pres">
      <dgm:prSet presAssocID="{B857F078-5EB3-473F-B184-63D6F4BF470C}" presName="hierChild4" presStyleCnt="0"/>
      <dgm:spPr/>
    </dgm:pt>
    <dgm:pt modelId="{A4E07EE5-A6C4-4B27-94DB-1A37084D6E91}" type="pres">
      <dgm:prSet presAssocID="{B857F078-5EB3-473F-B184-63D6F4BF470C}" presName="hierChild5" presStyleCnt="0"/>
      <dgm:spPr/>
    </dgm:pt>
    <dgm:pt modelId="{DC7DC40E-292D-4A03-9C18-3B0E05B80B50}" type="pres">
      <dgm:prSet presAssocID="{3FF09A01-77B4-44B0-876A-C2F6B2933D79}" presName="hierChild3" presStyleCnt="0"/>
      <dgm:spPr/>
    </dgm:pt>
  </dgm:ptLst>
  <dgm:cxnLst>
    <dgm:cxn modelId="{76978806-AD59-48E2-9FC7-ED54F67C0176}" type="presOf" srcId="{0A05D8B3-C7FB-4C5B-A947-19401EC49F74}" destId="{D543FBEC-6EBE-449E-8290-3B0242F230C4}" srcOrd="1" destOrd="0" presId="urn:microsoft.com/office/officeart/2009/3/layout/HorizontalOrganizationChart"/>
    <dgm:cxn modelId="{765B2714-B676-4DAA-BC6E-B5B3FDB3E1E8}" type="presOf" srcId="{66D8A7A0-112A-42B3-A070-D3F60F35596E}" destId="{BB625D2B-79EB-4B45-84FA-76AF2204C4B0}" srcOrd="0" destOrd="0" presId="urn:microsoft.com/office/officeart/2009/3/layout/HorizontalOrganizationChart"/>
    <dgm:cxn modelId="{8077011C-25DA-449C-A351-C6F85EE73C3F}" srcId="{3FF09A01-77B4-44B0-876A-C2F6B2933D79}" destId="{DD758363-1323-4250-89AB-9A510669F419}" srcOrd="0" destOrd="0" parTransId="{BFAA18F7-14D6-4556-B467-70C471DE95A8}" sibTransId="{749D39F4-ABF3-4353-8D84-7A83991A0BFC}"/>
    <dgm:cxn modelId="{F243A81C-CBCD-49CE-8A15-9D804ACA1D94}" type="presOf" srcId="{C7A2012A-C8F6-43B6-AAAC-CF2C80A35F58}" destId="{E077A212-498F-4A83-9976-8AFA3FCB83AF}" srcOrd="0" destOrd="0" presId="urn:microsoft.com/office/officeart/2009/3/layout/HorizontalOrganizationChart"/>
    <dgm:cxn modelId="{0513AA1F-6240-4F09-98D6-50E2F6F36B5A}" srcId="{DD758363-1323-4250-89AB-9A510669F419}" destId="{35062873-E71F-4C12-B798-E26C14010E27}" srcOrd="1" destOrd="0" parTransId="{66D8A7A0-112A-42B3-A070-D3F60F35596E}" sibTransId="{992F0B91-147D-4F23-8694-B93F8D7376F0}"/>
    <dgm:cxn modelId="{A40EB920-3493-4E64-87BC-5C76E2F8AB3D}" type="presOf" srcId="{DD758363-1323-4250-89AB-9A510669F419}" destId="{E19E3E6E-1530-4C17-8659-8B984DF44400}" srcOrd="0" destOrd="0" presId="urn:microsoft.com/office/officeart/2009/3/layout/HorizontalOrganizationChart"/>
    <dgm:cxn modelId="{396ACC26-923A-4F51-A551-9E850EEFBFE3}" type="presOf" srcId="{168ACB61-786B-4FDF-80C4-7FFE79DF1FC2}" destId="{8ED9D549-1B64-48E6-BF2E-0B8F8994C2CA}" srcOrd="0" destOrd="0" presId="urn:microsoft.com/office/officeart/2009/3/layout/HorizontalOrganizationChart"/>
    <dgm:cxn modelId="{0F2DC528-5BFC-498C-9CA9-0FD5B33CCE4A}" type="presOf" srcId="{94AE136F-D124-483F-AC03-22821396504E}" destId="{E2EE0E31-B578-4022-AFFE-293C74213927}" srcOrd="0" destOrd="0" presId="urn:microsoft.com/office/officeart/2009/3/layout/HorizontalOrganizationChart"/>
    <dgm:cxn modelId="{0B322A35-F5A5-4918-A11C-99A8AB00FCB5}" type="presOf" srcId="{0A05D8B3-C7FB-4C5B-A947-19401EC49F74}" destId="{F80E0ED1-21BF-46F9-A788-FD096D472D9E}" srcOrd="0" destOrd="0" presId="urn:microsoft.com/office/officeart/2009/3/layout/HorizontalOrganizationChart"/>
    <dgm:cxn modelId="{F35BD43C-B3ED-43BE-AF09-8505D2652D28}" type="presOf" srcId="{35062873-E71F-4C12-B798-E26C14010E27}" destId="{D3BDF6E2-4544-4FAC-860C-5F00189EDCD9}" srcOrd="0" destOrd="0" presId="urn:microsoft.com/office/officeart/2009/3/layout/HorizontalOrganizationChart"/>
    <dgm:cxn modelId="{9D59DF44-DDB4-4929-A803-B9789D046A20}" type="presOf" srcId="{8734072B-7BF0-4B0B-B6EB-115374993BF3}" destId="{EEE29088-FBAD-4820-9523-E0B332A6CCFF}" srcOrd="0" destOrd="0" presId="urn:microsoft.com/office/officeart/2009/3/layout/HorizontalOrganizationChart"/>
    <dgm:cxn modelId="{30C95168-1C72-4279-B8CD-C11D0058BE86}" type="presOf" srcId="{DE1C8655-8FD8-4F86-8782-00FE5BC0132D}" destId="{59018BD2-D5F4-4DD8-BC44-13F20ACF2015}" srcOrd="1" destOrd="0" presId="urn:microsoft.com/office/officeart/2009/3/layout/HorizontalOrganizationChart"/>
    <dgm:cxn modelId="{25681C69-DBE7-40FD-9CE5-F2ED7C30FF52}" srcId="{3FF09A01-77B4-44B0-876A-C2F6B2933D79}" destId="{0A05D8B3-C7FB-4C5B-A947-19401EC49F74}" srcOrd="2" destOrd="0" parTransId="{076E8458-A0D0-4CA3-9604-60274894077D}" sibTransId="{3849C4C2-6C7B-436D-9580-D50F26C6BCD6}"/>
    <dgm:cxn modelId="{66F51154-0DBA-44EF-BA8F-EBE263B005BE}" type="presOf" srcId="{B857F078-5EB3-473F-B184-63D6F4BF470C}" destId="{F27EDAD8-8964-4123-B380-BA22BE60CDA2}" srcOrd="0" destOrd="0" presId="urn:microsoft.com/office/officeart/2009/3/layout/HorizontalOrganizationChart"/>
    <dgm:cxn modelId="{6EA0A88A-A749-43CC-B71E-935832C9796D}" type="presOf" srcId="{4EA2A01E-A9D9-405F-857F-B64D6339DC30}" destId="{C8C41819-FB1C-4890-8905-8056FE2D9CF4}" srcOrd="0" destOrd="0" presId="urn:microsoft.com/office/officeart/2009/3/layout/HorizontalOrganizationChart"/>
    <dgm:cxn modelId="{39421D8D-E0C7-45C0-A855-6D2B1EF275AB}" type="presOf" srcId="{DD758363-1323-4250-89AB-9A510669F419}" destId="{6A897515-2452-436A-832B-C8658647BDC1}" srcOrd="1" destOrd="0" presId="urn:microsoft.com/office/officeart/2009/3/layout/HorizontalOrganizationChart"/>
    <dgm:cxn modelId="{982307A6-841E-467F-8A58-5D658895FE3C}" srcId="{DD758363-1323-4250-89AB-9A510669F419}" destId="{DE1C8655-8FD8-4F86-8782-00FE5BC0132D}" srcOrd="2" destOrd="0" parTransId="{8734072B-7BF0-4B0B-B6EB-115374993BF3}" sibTransId="{53C994CF-4D32-483F-9FE6-8B613812AC4A}"/>
    <dgm:cxn modelId="{775815A8-5623-4DDA-A342-BDDA925E7C4C}" srcId="{94AE136F-D124-483F-AC03-22821396504E}" destId="{3FF09A01-77B4-44B0-876A-C2F6B2933D79}" srcOrd="0" destOrd="0" parTransId="{A0176B45-7CD7-4B29-B0C6-F0775C752854}" sibTransId="{B2E88178-C6F6-4E99-AB15-3E7107149951}"/>
    <dgm:cxn modelId="{31368FA9-F0F9-4060-8242-07BD17C23C34}" type="presOf" srcId="{F1AA55A2-C9F3-4A00-8D59-F67D89D81BD4}" destId="{7DC2D7F2-DE01-401E-B5CB-64857A3284FD}" srcOrd="0" destOrd="0" presId="urn:microsoft.com/office/officeart/2009/3/layout/HorizontalOrganizationChart"/>
    <dgm:cxn modelId="{0E1B73BE-D3A6-441F-B6B6-58EF9C6E67D3}" type="presOf" srcId="{3FF09A01-77B4-44B0-876A-C2F6B2933D79}" destId="{909D88A3-D93A-42D7-94E3-757266C2379F}" srcOrd="1" destOrd="0" presId="urn:microsoft.com/office/officeart/2009/3/layout/HorizontalOrganizationChart"/>
    <dgm:cxn modelId="{C7CFD2BF-69C0-4016-9F8C-D56BEBB178C1}" type="presOf" srcId="{B857F078-5EB3-473F-B184-63D6F4BF470C}" destId="{5ABB332F-4537-415A-9E29-3C42FC8BF2EB}" srcOrd="1" destOrd="0" presId="urn:microsoft.com/office/officeart/2009/3/layout/HorizontalOrganizationChart"/>
    <dgm:cxn modelId="{59692CC0-DCBE-484C-9B73-260052038560}" type="presOf" srcId="{F1AA55A2-C9F3-4A00-8D59-F67D89D81BD4}" destId="{11049C00-1C14-49A3-8F07-822B9A500AFC}" srcOrd="1" destOrd="0" presId="urn:microsoft.com/office/officeart/2009/3/layout/HorizontalOrganizationChart"/>
    <dgm:cxn modelId="{3B1200C1-8765-478B-B758-C990B8B15A00}" type="presOf" srcId="{076E8458-A0D0-4CA3-9604-60274894077D}" destId="{AC0AA1D4-49BE-4530-A402-4E2CF73EDF9B}" srcOrd="0" destOrd="0" presId="urn:microsoft.com/office/officeart/2009/3/layout/HorizontalOrganizationChart"/>
    <dgm:cxn modelId="{AD5C60C1-0D4E-47B8-9AE1-1562C0050D01}" srcId="{3FF09A01-77B4-44B0-876A-C2F6B2933D79}" destId="{B857F078-5EB3-473F-B184-63D6F4BF470C}" srcOrd="3" destOrd="0" parTransId="{4A14A194-1504-4E62-9EFA-79F53BC3C048}" sibTransId="{C718D5C8-F869-4B3B-A5A7-02032C203424}"/>
    <dgm:cxn modelId="{6C562DCD-1768-428D-B14F-4067DFD10B84}" type="presOf" srcId="{4A14A194-1504-4E62-9EFA-79F53BC3C048}" destId="{D3EC1F88-457C-4A86-9BDD-945509D00EBF}" srcOrd="0" destOrd="0" presId="urn:microsoft.com/office/officeart/2009/3/layout/HorizontalOrganizationChart"/>
    <dgm:cxn modelId="{04E71ECE-7BAD-447C-8F4E-99C42EC3C77B}" srcId="{DD758363-1323-4250-89AB-9A510669F419}" destId="{4EA2A01E-A9D9-405F-857F-B64D6339DC30}" srcOrd="0" destOrd="0" parTransId="{C7A2012A-C8F6-43B6-AAAC-CF2C80A35F58}" sibTransId="{D589B248-922C-4915-96F1-FC21C588EED6}"/>
    <dgm:cxn modelId="{32398BD6-4098-4C5A-B22E-F1DE133C8739}" srcId="{3FF09A01-77B4-44B0-876A-C2F6B2933D79}" destId="{F1AA55A2-C9F3-4A00-8D59-F67D89D81BD4}" srcOrd="1" destOrd="0" parTransId="{168ACB61-786B-4FDF-80C4-7FFE79DF1FC2}" sibTransId="{6E374789-6456-40BD-BF94-3BE2CA7F91CE}"/>
    <dgm:cxn modelId="{D809F1E3-F208-4651-B78F-6CDE30A9F1C4}" type="presOf" srcId="{4EA2A01E-A9D9-405F-857F-B64D6339DC30}" destId="{C3268535-C726-45CE-9F2F-338C4A4BCA6C}" srcOrd="1" destOrd="0" presId="urn:microsoft.com/office/officeart/2009/3/layout/HorizontalOrganizationChart"/>
    <dgm:cxn modelId="{E81965E7-D66E-40C3-9244-F99B204A2941}" type="presOf" srcId="{DE1C8655-8FD8-4F86-8782-00FE5BC0132D}" destId="{EDA2DA6F-C767-45C5-8788-D5C2E850B56B}" srcOrd="0" destOrd="0" presId="urn:microsoft.com/office/officeart/2009/3/layout/HorizontalOrganizationChart"/>
    <dgm:cxn modelId="{4DE97FF3-1DC2-42D3-88DF-502B2C9D8C23}" type="presOf" srcId="{35062873-E71F-4C12-B798-E26C14010E27}" destId="{68DBDCB4-C7A1-4973-B795-E0A9D665AAA5}" srcOrd="1" destOrd="0" presId="urn:microsoft.com/office/officeart/2009/3/layout/HorizontalOrganizationChart"/>
    <dgm:cxn modelId="{B31C99F3-8F48-4C8E-A120-11A013F0F5A0}" type="presOf" srcId="{BFAA18F7-14D6-4556-B467-70C471DE95A8}" destId="{0B4F52AB-449E-4D8B-A157-A09EC1C97349}" srcOrd="0" destOrd="0" presId="urn:microsoft.com/office/officeart/2009/3/layout/HorizontalOrganizationChart"/>
    <dgm:cxn modelId="{C89B08F6-0F17-43B1-BA05-DDB0DD3A08FC}" type="presOf" srcId="{3FF09A01-77B4-44B0-876A-C2F6B2933D79}" destId="{D6B4B432-BC5E-45BE-A073-0A4DA1B4E380}" srcOrd="0" destOrd="0" presId="urn:microsoft.com/office/officeart/2009/3/layout/HorizontalOrganizationChart"/>
    <dgm:cxn modelId="{FF46E259-A31D-4A2F-8714-F12C719B6159}" type="presParOf" srcId="{E2EE0E31-B578-4022-AFFE-293C74213927}" destId="{CA5E50FF-D9CF-41E3-85C3-147AA3BFB8D4}" srcOrd="0" destOrd="0" presId="urn:microsoft.com/office/officeart/2009/3/layout/HorizontalOrganizationChart"/>
    <dgm:cxn modelId="{EB3441CF-EE59-4DB6-B86E-4F605733C410}" type="presParOf" srcId="{CA5E50FF-D9CF-41E3-85C3-147AA3BFB8D4}" destId="{A9779726-EBF5-418E-868A-D8D8CC94CD63}" srcOrd="0" destOrd="0" presId="urn:microsoft.com/office/officeart/2009/3/layout/HorizontalOrganizationChart"/>
    <dgm:cxn modelId="{4448A59F-42B8-4B04-944E-331569D170A1}" type="presParOf" srcId="{A9779726-EBF5-418E-868A-D8D8CC94CD63}" destId="{D6B4B432-BC5E-45BE-A073-0A4DA1B4E380}" srcOrd="0" destOrd="0" presId="urn:microsoft.com/office/officeart/2009/3/layout/HorizontalOrganizationChart"/>
    <dgm:cxn modelId="{EE77352E-1D75-44F5-A528-AA96305B64CB}" type="presParOf" srcId="{A9779726-EBF5-418E-868A-D8D8CC94CD63}" destId="{909D88A3-D93A-42D7-94E3-757266C2379F}" srcOrd="1" destOrd="0" presId="urn:microsoft.com/office/officeart/2009/3/layout/HorizontalOrganizationChart"/>
    <dgm:cxn modelId="{5F526C62-AB12-4A3F-B754-617DC2B7269A}" type="presParOf" srcId="{CA5E50FF-D9CF-41E3-85C3-147AA3BFB8D4}" destId="{E43C4507-BA52-440D-B7AA-C19722CEBC11}" srcOrd="1" destOrd="0" presId="urn:microsoft.com/office/officeart/2009/3/layout/HorizontalOrganizationChart"/>
    <dgm:cxn modelId="{AE55CE28-8223-46CA-AFAB-01DDD9443355}" type="presParOf" srcId="{E43C4507-BA52-440D-B7AA-C19722CEBC11}" destId="{0B4F52AB-449E-4D8B-A157-A09EC1C97349}" srcOrd="0" destOrd="0" presId="urn:microsoft.com/office/officeart/2009/3/layout/HorizontalOrganizationChart"/>
    <dgm:cxn modelId="{170C48EF-DBFD-49DC-9F03-EB08048A022D}" type="presParOf" srcId="{E43C4507-BA52-440D-B7AA-C19722CEBC11}" destId="{8D8067F1-F0AB-4ED1-A778-349340284C67}" srcOrd="1" destOrd="0" presId="urn:microsoft.com/office/officeart/2009/3/layout/HorizontalOrganizationChart"/>
    <dgm:cxn modelId="{9F006C44-C25E-4811-B266-DFE0401DAC71}" type="presParOf" srcId="{8D8067F1-F0AB-4ED1-A778-349340284C67}" destId="{5F79BD4F-1716-4951-B52D-A9E9CC8FB30E}" srcOrd="0" destOrd="0" presId="urn:microsoft.com/office/officeart/2009/3/layout/HorizontalOrganizationChart"/>
    <dgm:cxn modelId="{0A5909B3-38E2-44C5-B71A-EFA7B90A86A4}" type="presParOf" srcId="{5F79BD4F-1716-4951-B52D-A9E9CC8FB30E}" destId="{E19E3E6E-1530-4C17-8659-8B984DF44400}" srcOrd="0" destOrd="0" presId="urn:microsoft.com/office/officeart/2009/3/layout/HorizontalOrganizationChart"/>
    <dgm:cxn modelId="{05064F6B-91FE-4544-9164-2C8C4C0560C2}" type="presParOf" srcId="{5F79BD4F-1716-4951-B52D-A9E9CC8FB30E}" destId="{6A897515-2452-436A-832B-C8658647BDC1}" srcOrd="1" destOrd="0" presId="urn:microsoft.com/office/officeart/2009/3/layout/HorizontalOrganizationChart"/>
    <dgm:cxn modelId="{5CA0CCFD-6872-4B57-AF8E-D91E15234F52}" type="presParOf" srcId="{8D8067F1-F0AB-4ED1-A778-349340284C67}" destId="{F51B23AE-1C53-4C10-ABFF-6EFDD1B530F2}" srcOrd="1" destOrd="0" presId="urn:microsoft.com/office/officeart/2009/3/layout/HorizontalOrganizationChart"/>
    <dgm:cxn modelId="{6B993C09-F41E-4EA5-9E82-7CAB7F9A512B}" type="presParOf" srcId="{F51B23AE-1C53-4C10-ABFF-6EFDD1B530F2}" destId="{E077A212-498F-4A83-9976-8AFA3FCB83AF}" srcOrd="0" destOrd="0" presId="urn:microsoft.com/office/officeart/2009/3/layout/HorizontalOrganizationChart"/>
    <dgm:cxn modelId="{F210081D-F7F5-4E0C-A35A-D565E3FBDEBD}" type="presParOf" srcId="{F51B23AE-1C53-4C10-ABFF-6EFDD1B530F2}" destId="{C18DC7E7-C467-45D0-88A7-64987B1090E8}" srcOrd="1" destOrd="0" presId="urn:microsoft.com/office/officeart/2009/3/layout/HorizontalOrganizationChart"/>
    <dgm:cxn modelId="{11629A74-DFCC-42F5-8532-706BC417202D}" type="presParOf" srcId="{C18DC7E7-C467-45D0-88A7-64987B1090E8}" destId="{7A7F0BC6-562B-451C-AFFA-8045EA0B1258}" srcOrd="0" destOrd="0" presId="urn:microsoft.com/office/officeart/2009/3/layout/HorizontalOrganizationChart"/>
    <dgm:cxn modelId="{B0152A57-B512-467F-A50B-497A07FC3A38}" type="presParOf" srcId="{7A7F0BC6-562B-451C-AFFA-8045EA0B1258}" destId="{C8C41819-FB1C-4890-8905-8056FE2D9CF4}" srcOrd="0" destOrd="0" presId="urn:microsoft.com/office/officeart/2009/3/layout/HorizontalOrganizationChart"/>
    <dgm:cxn modelId="{95C452CC-B3BF-4962-B118-55FC77C4B0E9}" type="presParOf" srcId="{7A7F0BC6-562B-451C-AFFA-8045EA0B1258}" destId="{C3268535-C726-45CE-9F2F-338C4A4BCA6C}" srcOrd="1" destOrd="0" presId="urn:microsoft.com/office/officeart/2009/3/layout/HorizontalOrganizationChart"/>
    <dgm:cxn modelId="{655E7627-242C-432F-AA04-66D76CACD6B9}" type="presParOf" srcId="{C18DC7E7-C467-45D0-88A7-64987B1090E8}" destId="{D42000DE-5DF4-40C9-B13D-88822455C53A}" srcOrd="1" destOrd="0" presId="urn:microsoft.com/office/officeart/2009/3/layout/HorizontalOrganizationChart"/>
    <dgm:cxn modelId="{84E5842D-9B66-4FB1-B633-5B26DE26C533}" type="presParOf" srcId="{C18DC7E7-C467-45D0-88A7-64987B1090E8}" destId="{792FDD34-8B12-4D23-A7D8-4E5FC071711A}" srcOrd="2" destOrd="0" presId="urn:microsoft.com/office/officeart/2009/3/layout/HorizontalOrganizationChart"/>
    <dgm:cxn modelId="{C8E76F28-4087-42D3-9505-A40DBD7E650B}" type="presParOf" srcId="{F51B23AE-1C53-4C10-ABFF-6EFDD1B530F2}" destId="{BB625D2B-79EB-4B45-84FA-76AF2204C4B0}" srcOrd="2" destOrd="0" presId="urn:microsoft.com/office/officeart/2009/3/layout/HorizontalOrganizationChart"/>
    <dgm:cxn modelId="{482CEBD7-2CCF-4853-A5C4-1B5BCF832936}" type="presParOf" srcId="{F51B23AE-1C53-4C10-ABFF-6EFDD1B530F2}" destId="{E711B406-A213-4E7E-A2C0-2E9C3C3CBCFD}" srcOrd="3" destOrd="0" presId="urn:microsoft.com/office/officeart/2009/3/layout/HorizontalOrganizationChart"/>
    <dgm:cxn modelId="{E2DC581F-5B5B-442C-BDF1-EBD4B7397104}" type="presParOf" srcId="{E711B406-A213-4E7E-A2C0-2E9C3C3CBCFD}" destId="{98482492-B2C2-4177-B302-FA322ED5C8E2}" srcOrd="0" destOrd="0" presId="urn:microsoft.com/office/officeart/2009/3/layout/HorizontalOrganizationChart"/>
    <dgm:cxn modelId="{6F5E35BD-C03B-413A-9BEE-542AD01CB5ED}" type="presParOf" srcId="{98482492-B2C2-4177-B302-FA322ED5C8E2}" destId="{D3BDF6E2-4544-4FAC-860C-5F00189EDCD9}" srcOrd="0" destOrd="0" presId="urn:microsoft.com/office/officeart/2009/3/layout/HorizontalOrganizationChart"/>
    <dgm:cxn modelId="{E3E22A07-C113-45DE-AB37-94A5436A8282}" type="presParOf" srcId="{98482492-B2C2-4177-B302-FA322ED5C8E2}" destId="{68DBDCB4-C7A1-4973-B795-E0A9D665AAA5}" srcOrd="1" destOrd="0" presId="urn:microsoft.com/office/officeart/2009/3/layout/HorizontalOrganizationChart"/>
    <dgm:cxn modelId="{B063FD43-0329-4562-B105-17B572CED44A}" type="presParOf" srcId="{E711B406-A213-4E7E-A2C0-2E9C3C3CBCFD}" destId="{C78A4EA0-660C-49F1-8D96-E4B007F38040}" srcOrd="1" destOrd="0" presId="urn:microsoft.com/office/officeart/2009/3/layout/HorizontalOrganizationChart"/>
    <dgm:cxn modelId="{C62846E7-EC0F-44C9-A367-D20D94390F02}" type="presParOf" srcId="{E711B406-A213-4E7E-A2C0-2E9C3C3CBCFD}" destId="{E8821540-B1BA-4227-A741-10EFD9B46237}" srcOrd="2" destOrd="0" presId="urn:microsoft.com/office/officeart/2009/3/layout/HorizontalOrganizationChart"/>
    <dgm:cxn modelId="{C033CBB1-A68D-4F2E-8214-1F3B295CB82D}" type="presParOf" srcId="{F51B23AE-1C53-4C10-ABFF-6EFDD1B530F2}" destId="{EEE29088-FBAD-4820-9523-E0B332A6CCFF}" srcOrd="4" destOrd="0" presId="urn:microsoft.com/office/officeart/2009/3/layout/HorizontalOrganizationChart"/>
    <dgm:cxn modelId="{0AE50A9F-E502-4210-8797-674E3953E398}" type="presParOf" srcId="{F51B23AE-1C53-4C10-ABFF-6EFDD1B530F2}" destId="{B38EC264-A7A7-4526-9FFF-CF67C46F67EB}" srcOrd="5" destOrd="0" presId="urn:microsoft.com/office/officeart/2009/3/layout/HorizontalOrganizationChart"/>
    <dgm:cxn modelId="{E3A90EE3-1723-4F73-9FAF-586490BDADFD}" type="presParOf" srcId="{B38EC264-A7A7-4526-9FFF-CF67C46F67EB}" destId="{01CB58B5-0969-47E5-B385-4FDF0B5826CD}" srcOrd="0" destOrd="0" presId="urn:microsoft.com/office/officeart/2009/3/layout/HorizontalOrganizationChart"/>
    <dgm:cxn modelId="{21F5A59E-D3A0-4D16-94E0-67675F740092}" type="presParOf" srcId="{01CB58B5-0969-47E5-B385-4FDF0B5826CD}" destId="{EDA2DA6F-C767-45C5-8788-D5C2E850B56B}" srcOrd="0" destOrd="0" presId="urn:microsoft.com/office/officeart/2009/3/layout/HorizontalOrganizationChart"/>
    <dgm:cxn modelId="{EDD404C0-B9BE-43B0-A315-5E49E3659D06}" type="presParOf" srcId="{01CB58B5-0969-47E5-B385-4FDF0B5826CD}" destId="{59018BD2-D5F4-4DD8-BC44-13F20ACF2015}" srcOrd="1" destOrd="0" presId="urn:microsoft.com/office/officeart/2009/3/layout/HorizontalOrganizationChart"/>
    <dgm:cxn modelId="{825C2F0D-CC5C-4B87-B488-0CA09EB71A55}" type="presParOf" srcId="{B38EC264-A7A7-4526-9FFF-CF67C46F67EB}" destId="{062E471A-0B00-4CFF-BBC6-0BC3F39CD363}" srcOrd="1" destOrd="0" presId="urn:microsoft.com/office/officeart/2009/3/layout/HorizontalOrganizationChart"/>
    <dgm:cxn modelId="{92C873A7-60C6-4085-89BF-C0F0D4DD4ACD}" type="presParOf" srcId="{B38EC264-A7A7-4526-9FFF-CF67C46F67EB}" destId="{C8054011-1234-4522-ACB7-FC48A0EAC406}" srcOrd="2" destOrd="0" presId="urn:microsoft.com/office/officeart/2009/3/layout/HorizontalOrganizationChart"/>
    <dgm:cxn modelId="{29B5D37E-5380-4A88-BC86-8FA45AE859D4}" type="presParOf" srcId="{8D8067F1-F0AB-4ED1-A778-349340284C67}" destId="{DC503603-7066-4E49-9FEF-C2CAFFDB1AC3}" srcOrd="2" destOrd="0" presId="urn:microsoft.com/office/officeart/2009/3/layout/HorizontalOrganizationChart"/>
    <dgm:cxn modelId="{0780CDF1-94C0-4B27-9974-5A54718842CB}" type="presParOf" srcId="{E43C4507-BA52-440D-B7AA-C19722CEBC11}" destId="{8ED9D549-1B64-48E6-BF2E-0B8F8994C2CA}" srcOrd="2" destOrd="0" presId="urn:microsoft.com/office/officeart/2009/3/layout/HorizontalOrganizationChart"/>
    <dgm:cxn modelId="{B0BBD466-746C-4A96-8202-B041264AF615}" type="presParOf" srcId="{E43C4507-BA52-440D-B7AA-C19722CEBC11}" destId="{1D5E4AF0-66A0-4006-9603-8CB54528EA17}" srcOrd="3" destOrd="0" presId="urn:microsoft.com/office/officeart/2009/3/layout/HorizontalOrganizationChart"/>
    <dgm:cxn modelId="{689C3A9B-9374-43FB-A9A0-E81683903728}" type="presParOf" srcId="{1D5E4AF0-66A0-4006-9603-8CB54528EA17}" destId="{536E9CDA-AAD0-4C42-B274-0C9B015864D6}" srcOrd="0" destOrd="0" presId="urn:microsoft.com/office/officeart/2009/3/layout/HorizontalOrganizationChart"/>
    <dgm:cxn modelId="{BF1EE4DE-28E7-4939-B32A-2CCB8997AE2B}" type="presParOf" srcId="{536E9CDA-AAD0-4C42-B274-0C9B015864D6}" destId="{7DC2D7F2-DE01-401E-B5CB-64857A3284FD}" srcOrd="0" destOrd="0" presId="urn:microsoft.com/office/officeart/2009/3/layout/HorizontalOrganizationChart"/>
    <dgm:cxn modelId="{61C674CD-FB06-4158-9028-6E7F9C95DFAA}" type="presParOf" srcId="{536E9CDA-AAD0-4C42-B274-0C9B015864D6}" destId="{11049C00-1C14-49A3-8F07-822B9A500AFC}" srcOrd="1" destOrd="0" presId="urn:microsoft.com/office/officeart/2009/3/layout/HorizontalOrganizationChart"/>
    <dgm:cxn modelId="{AE1FDF20-80FB-4B11-BED5-5F4A8285AACA}" type="presParOf" srcId="{1D5E4AF0-66A0-4006-9603-8CB54528EA17}" destId="{1F0D8EC3-692A-45F9-9423-F57F9CDD65F9}" srcOrd="1" destOrd="0" presId="urn:microsoft.com/office/officeart/2009/3/layout/HorizontalOrganizationChart"/>
    <dgm:cxn modelId="{96994227-9789-464E-B8D5-CCCE0BA2D8C6}" type="presParOf" srcId="{1D5E4AF0-66A0-4006-9603-8CB54528EA17}" destId="{88E4D3DF-7DF9-46E2-83EC-60F3661DF2F4}" srcOrd="2" destOrd="0" presId="urn:microsoft.com/office/officeart/2009/3/layout/HorizontalOrganizationChart"/>
    <dgm:cxn modelId="{306C060D-11EF-44AC-92EB-BB4BC698CB7D}" type="presParOf" srcId="{E43C4507-BA52-440D-B7AA-C19722CEBC11}" destId="{AC0AA1D4-49BE-4530-A402-4E2CF73EDF9B}" srcOrd="4" destOrd="0" presId="urn:microsoft.com/office/officeart/2009/3/layout/HorizontalOrganizationChart"/>
    <dgm:cxn modelId="{2C7B8D5D-7DAA-445F-B8FC-2D355EE9468E}" type="presParOf" srcId="{E43C4507-BA52-440D-B7AA-C19722CEBC11}" destId="{0E4CAD1C-F63A-4701-8AB8-2E0DF5FFA9FA}" srcOrd="5" destOrd="0" presId="urn:microsoft.com/office/officeart/2009/3/layout/HorizontalOrganizationChart"/>
    <dgm:cxn modelId="{6E185CC1-E24B-446E-900B-7F90E1134C21}" type="presParOf" srcId="{0E4CAD1C-F63A-4701-8AB8-2E0DF5FFA9FA}" destId="{2557B5CE-CFDD-428F-90CA-E114F558AFC9}" srcOrd="0" destOrd="0" presId="urn:microsoft.com/office/officeart/2009/3/layout/HorizontalOrganizationChart"/>
    <dgm:cxn modelId="{6B6BB998-CBD8-4DCB-839C-9590BDAB5EF9}" type="presParOf" srcId="{2557B5CE-CFDD-428F-90CA-E114F558AFC9}" destId="{F80E0ED1-21BF-46F9-A788-FD096D472D9E}" srcOrd="0" destOrd="0" presId="urn:microsoft.com/office/officeart/2009/3/layout/HorizontalOrganizationChart"/>
    <dgm:cxn modelId="{D7E3AA2F-B028-4704-A069-819CFB8C15F9}" type="presParOf" srcId="{2557B5CE-CFDD-428F-90CA-E114F558AFC9}" destId="{D543FBEC-6EBE-449E-8290-3B0242F230C4}" srcOrd="1" destOrd="0" presId="urn:microsoft.com/office/officeart/2009/3/layout/HorizontalOrganizationChart"/>
    <dgm:cxn modelId="{6B7406D0-856C-4D50-B14B-AE585D810B9E}" type="presParOf" srcId="{0E4CAD1C-F63A-4701-8AB8-2E0DF5FFA9FA}" destId="{317ADE1B-5DE7-4CB0-B33F-D465BBF05B01}" srcOrd="1" destOrd="0" presId="urn:microsoft.com/office/officeart/2009/3/layout/HorizontalOrganizationChart"/>
    <dgm:cxn modelId="{5A0276D2-9450-4997-96CA-1FBE768B9B9E}" type="presParOf" srcId="{0E4CAD1C-F63A-4701-8AB8-2E0DF5FFA9FA}" destId="{208C8E4D-7110-43DC-90F1-3F33424E2575}" srcOrd="2" destOrd="0" presId="urn:microsoft.com/office/officeart/2009/3/layout/HorizontalOrganizationChart"/>
    <dgm:cxn modelId="{CC5DCAA1-34D1-4838-8898-52EC4B7B5596}" type="presParOf" srcId="{E43C4507-BA52-440D-B7AA-C19722CEBC11}" destId="{D3EC1F88-457C-4A86-9BDD-945509D00EBF}" srcOrd="6" destOrd="0" presId="urn:microsoft.com/office/officeart/2009/3/layout/HorizontalOrganizationChart"/>
    <dgm:cxn modelId="{261B2460-B96B-45E1-A5EF-F78DBE174A22}" type="presParOf" srcId="{E43C4507-BA52-440D-B7AA-C19722CEBC11}" destId="{1BC690B0-ABDE-4FC8-82CE-320DB84DBDC6}" srcOrd="7" destOrd="0" presId="urn:microsoft.com/office/officeart/2009/3/layout/HorizontalOrganizationChart"/>
    <dgm:cxn modelId="{E420E605-54D1-491C-90C3-108581CD1349}" type="presParOf" srcId="{1BC690B0-ABDE-4FC8-82CE-320DB84DBDC6}" destId="{B3BE6936-6543-4F95-B923-2770B72FD468}" srcOrd="0" destOrd="0" presId="urn:microsoft.com/office/officeart/2009/3/layout/HorizontalOrganizationChart"/>
    <dgm:cxn modelId="{BEC6927A-C6A3-44B4-B62D-9AAFF3EB95DD}" type="presParOf" srcId="{B3BE6936-6543-4F95-B923-2770B72FD468}" destId="{F27EDAD8-8964-4123-B380-BA22BE60CDA2}" srcOrd="0" destOrd="0" presId="urn:microsoft.com/office/officeart/2009/3/layout/HorizontalOrganizationChart"/>
    <dgm:cxn modelId="{FC59A8C9-4351-4D56-A10B-7E76F3119FC7}" type="presParOf" srcId="{B3BE6936-6543-4F95-B923-2770B72FD468}" destId="{5ABB332F-4537-415A-9E29-3C42FC8BF2EB}" srcOrd="1" destOrd="0" presId="urn:microsoft.com/office/officeart/2009/3/layout/HorizontalOrganizationChart"/>
    <dgm:cxn modelId="{BC9C90B4-9FED-44F5-93C0-114A1450A6A7}" type="presParOf" srcId="{1BC690B0-ABDE-4FC8-82CE-320DB84DBDC6}" destId="{3D697D0A-2718-4A5A-89A8-622CF71646FF}" srcOrd="1" destOrd="0" presId="urn:microsoft.com/office/officeart/2009/3/layout/HorizontalOrganizationChart"/>
    <dgm:cxn modelId="{3F9617D8-1E61-47BC-B6AB-D4B086CF8DB9}" type="presParOf" srcId="{1BC690B0-ABDE-4FC8-82CE-320DB84DBDC6}" destId="{A4E07EE5-A6C4-4B27-94DB-1A37084D6E91}" srcOrd="2" destOrd="0" presId="urn:microsoft.com/office/officeart/2009/3/layout/HorizontalOrganizationChart"/>
    <dgm:cxn modelId="{D4678D39-0C4D-4F6A-BA28-B620D04FAD36}" type="presParOf" srcId="{CA5E50FF-D9CF-41E3-85C3-147AA3BFB8D4}" destId="{DC7DC40E-292D-4A03-9C18-3B0E05B80B50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F6F0E96-7CD0-4C2C-A496-DEFDC432AF9D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88F3722-B526-4718-A448-8DA24EC68303}">
      <dgm:prSet phldrT="[Text]"/>
      <dgm:spPr/>
      <dgm:t>
        <a:bodyPr/>
        <a:lstStyle/>
        <a:p>
          <a:r>
            <a:rPr lang="en-US" noProof="0" dirty="0"/>
            <a:t>Learning rate</a:t>
          </a:r>
        </a:p>
      </dgm:t>
    </dgm:pt>
    <dgm:pt modelId="{3D997E9F-54AD-4EBB-93E7-2D148FAF0FA9}" type="parTrans" cxnId="{8AF190BD-8E70-47BB-AC3A-063A94B63C40}">
      <dgm:prSet/>
      <dgm:spPr/>
      <dgm:t>
        <a:bodyPr/>
        <a:lstStyle/>
        <a:p>
          <a:endParaRPr lang="en-US"/>
        </a:p>
      </dgm:t>
    </dgm:pt>
    <dgm:pt modelId="{3739E553-9E17-4A49-BA03-7BFB05B9EAB1}" type="sibTrans" cxnId="{8AF190BD-8E70-47BB-AC3A-063A94B63C40}">
      <dgm:prSet/>
      <dgm:spPr/>
      <dgm:t>
        <a:bodyPr/>
        <a:lstStyle/>
        <a:p>
          <a:endParaRPr lang="en-US"/>
        </a:p>
      </dgm:t>
    </dgm:pt>
    <dgm:pt modelId="{553E1A2F-FF4B-42D9-B7D1-0EE9D58CF123}">
      <dgm:prSet phldrT="[Text]"/>
      <dgm:spPr/>
      <dgm:t>
        <a:bodyPr/>
        <a:lstStyle/>
        <a:p>
          <a:r>
            <a:rPr lang="en-US" noProof="0" dirty="0"/>
            <a:t>Batch size</a:t>
          </a:r>
        </a:p>
      </dgm:t>
    </dgm:pt>
    <dgm:pt modelId="{050A6CEB-138D-444F-8B56-CCED08D0C045}" type="parTrans" cxnId="{1A614952-AF2C-43C7-BAE4-629213DC8D20}">
      <dgm:prSet/>
      <dgm:spPr/>
      <dgm:t>
        <a:bodyPr/>
        <a:lstStyle/>
        <a:p>
          <a:endParaRPr lang="en-US"/>
        </a:p>
      </dgm:t>
    </dgm:pt>
    <dgm:pt modelId="{41422D0C-4644-4A01-ABF7-17D9224255A1}" type="sibTrans" cxnId="{1A614952-AF2C-43C7-BAE4-629213DC8D20}">
      <dgm:prSet/>
      <dgm:spPr/>
      <dgm:t>
        <a:bodyPr/>
        <a:lstStyle/>
        <a:p>
          <a:endParaRPr lang="en-US"/>
        </a:p>
      </dgm:t>
    </dgm:pt>
    <dgm:pt modelId="{D6CFFC1A-A782-4FD6-B3BC-CA69E9EEE894}">
      <dgm:prSet phldrT="[Text]"/>
      <dgm:spPr/>
      <dgm:t>
        <a:bodyPr/>
        <a:lstStyle/>
        <a:p>
          <a:r>
            <a:rPr lang="en-US" noProof="0" dirty="0"/>
            <a:t>Epochs</a:t>
          </a:r>
        </a:p>
      </dgm:t>
    </dgm:pt>
    <dgm:pt modelId="{5F2170D2-35A5-43D5-96C6-08D3121BDE1C}" type="parTrans" cxnId="{63FAD432-3FB8-4DD8-AC8F-522C41A03275}">
      <dgm:prSet/>
      <dgm:spPr/>
      <dgm:t>
        <a:bodyPr/>
        <a:lstStyle/>
        <a:p>
          <a:endParaRPr lang="en-US"/>
        </a:p>
      </dgm:t>
    </dgm:pt>
    <dgm:pt modelId="{BE1CDDDA-70E3-48BC-BFA7-91544B29E657}" type="sibTrans" cxnId="{63FAD432-3FB8-4DD8-AC8F-522C41A03275}">
      <dgm:prSet/>
      <dgm:spPr/>
      <dgm:t>
        <a:bodyPr/>
        <a:lstStyle/>
        <a:p>
          <a:endParaRPr lang="en-US"/>
        </a:p>
      </dgm:t>
    </dgm:pt>
    <dgm:pt modelId="{AA8D1A48-09CB-4A3E-B48D-48F141291308}" type="pres">
      <dgm:prSet presAssocID="{7F6F0E96-7CD0-4C2C-A496-DEFDC432AF9D}" presName="linear" presStyleCnt="0">
        <dgm:presLayoutVars>
          <dgm:dir/>
          <dgm:animLvl val="lvl"/>
          <dgm:resizeHandles val="exact"/>
        </dgm:presLayoutVars>
      </dgm:prSet>
      <dgm:spPr/>
    </dgm:pt>
    <dgm:pt modelId="{833AF1D5-AFC3-4F2C-B7BA-965FC34DCA6B}" type="pres">
      <dgm:prSet presAssocID="{988F3722-B526-4718-A448-8DA24EC68303}" presName="parentLin" presStyleCnt="0"/>
      <dgm:spPr/>
    </dgm:pt>
    <dgm:pt modelId="{5082C873-9B30-48F4-871E-022213FEC3A8}" type="pres">
      <dgm:prSet presAssocID="{988F3722-B526-4718-A448-8DA24EC68303}" presName="parentLeftMargin" presStyleLbl="node1" presStyleIdx="0" presStyleCnt="3"/>
      <dgm:spPr/>
    </dgm:pt>
    <dgm:pt modelId="{987B8DC4-462D-4975-AD75-36E3C07EAEDB}" type="pres">
      <dgm:prSet presAssocID="{988F3722-B526-4718-A448-8DA24EC6830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8BCB50E-18C9-4600-B59E-2978498442CF}" type="pres">
      <dgm:prSet presAssocID="{988F3722-B526-4718-A448-8DA24EC68303}" presName="negativeSpace" presStyleCnt="0"/>
      <dgm:spPr/>
    </dgm:pt>
    <dgm:pt modelId="{CAAF37A4-94D4-44E5-A96D-CDD818A52D01}" type="pres">
      <dgm:prSet presAssocID="{988F3722-B526-4718-A448-8DA24EC68303}" presName="childText" presStyleLbl="conFgAcc1" presStyleIdx="0" presStyleCnt="3">
        <dgm:presLayoutVars>
          <dgm:bulletEnabled val="1"/>
        </dgm:presLayoutVars>
      </dgm:prSet>
      <dgm:spPr/>
    </dgm:pt>
    <dgm:pt modelId="{C270CBBC-F15D-40BE-8003-17C8299711B2}" type="pres">
      <dgm:prSet presAssocID="{3739E553-9E17-4A49-BA03-7BFB05B9EAB1}" presName="spaceBetweenRectangles" presStyleCnt="0"/>
      <dgm:spPr/>
    </dgm:pt>
    <dgm:pt modelId="{1D53DDDE-E47B-498A-9AAE-B672FC37DEF3}" type="pres">
      <dgm:prSet presAssocID="{553E1A2F-FF4B-42D9-B7D1-0EE9D58CF123}" presName="parentLin" presStyleCnt="0"/>
      <dgm:spPr/>
    </dgm:pt>
    <dgm:pt modelId="{BC5DC88E-7358-4F65-9051-386AB37B6471}" type="pres">
      <dgm:prSet presAssocID="{553E1A2F-FF4B-42D9-B7D1-0EE9D58CF123}" presName="parentLeftMargin" presStyleLbl="node1" presStyleIdx="0" presStyleCnt="3"/>
      <dgm:spPr/>
    </dgm:pt>
    <dgm:pt modelId="{5B118936-36A7-4C19-8725-DB85C1611D4F}" type="pres">
      <dgm:prSet presAssocID="{553E1A2F-FF4B-42D9-B7D1-0EE9D58CF12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3564B00-8418-413F-AAFF-E2D1D471F1C9}" type="pres">
      <dgm:prSet presAssocID="{553E1A2F-FF4B-42D9-B7D1-0EE9D58CF123}" presName="negativeSpace" presStyleCnt="0"/>
      <dgm:spPr/>
    </dgm:pt>
    <dgm:pt modelId="{D1B25F46-4238-4D8B-ADB4-2AA80E83E0D7}" type="pres">
      <dgm:prSet presAssocID="{553E1A2F-FF4B-42D9-B7D1-0EE9D58CF123}" presName="childText" presStyleLbl="conFgAcc1" presStyleIdx="1" presStyleCnt="3">
        <dgm:presLayoutVars>
          <dgm:bulletEnabled val="1"/>
        </dgm:presLayoutVars>
      </dgm:prSet>
      <dgm:spPr/>
    </dgm:pt>
    <dgm:pt modelId="{2A5D1257-D4E1-4EC7-A31E-E565D8E9FA21}" type="pres">
      <dgm:prSet presAssocID="{41422D0C-4644-4A01-ABF7-17D9224255A1}" presName="spaceBetweenRectangles" presStyleCnt="0"/>
      <dgm:spPr/>
    </dgm:pt>
    <dgm:pt modelId="{95A27AC0-3A58-4431-B3B0-BBB19369A558}" type="pres">
      <dgm:prSet presAssocID="{D6CFFC1A-A782-4FD6-B3BC-CA69E9EEE894}" presName="parentLin" presStyleCnt="0"/>
      <dgm:spPr/>
    </dgm:pt>
    <dgm:pt modelId="{AECD57B1-89D7-43E9-B7C0-F08ADCBCECF3}" type="pres">
      <dgm:prSet presAssocID="{D6CFFC1A-A782-4FD6-B3BC-CA69E9EEE894}" presName="parentLeftMargin" presStyleLbl="node1" presStyleIdx="1" presStyleCnt="3"/>
      <dgm:spPr/>
    </dgm:pt>
    <dgm:pt modelId="{3660D806-8D38-482D-88FB-D5DFA4FE9A53}" type="pres">
      <dgm:prSet presAssocID="{D6CFFC1A-A782-4FD6-B3BC-CA69E9EEE894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AB05A243-C448-4271-A727-D253F2B68CF7}" type="pres">
      <dgm:prSet presAssocID="{D6CFFC1A-A782-4FD6-B3BC-CA69E9EEE894}" presName="negativeSpace" presStyleCnt="0"/>
      <dgm:spPr/>
    </dgm:pt>
    <dgm:pt modelId="{0C4B07BD-AF2A-4017-8667-D80D13888C4E}" type="pres">
      <dgm:prSet presAssocID="{D6CFFC1A-A782-4FD6-B3BC-CA69E9EEE894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340B100B-E2DE-4B5E-AB8A-18AE7F7F8B86}" type="presOf" srcId="{D6CFFC1A-A782-4FD6-B3BC-CA69E9EEE894}" destId="{3660D806-8D38-482D-88FB-D5DFA4FE9A53}" srcOrd="1" destOrd="0" presId="urn:microsoft.com/office/officeart/2005/8/layout/list1"/>
    <dgm:cxn modelId="{BD169528-318B-4B90-A073-0A4DAE3CC2F3}" type="presOf" srcId="{553E1A2F-FF4B-42D9-B7D1-0EE9D58CF123}" destId="{5B118936-36A7-4C19-8725-DB85C1611D4F}" srcOrd="1" destOrd="0" presId="urn:microsoft.com/office/officeart/2005/8/layout/list1"/>
    <dgm:cxn modelId="{63FAD432-3FB8-4DD8-AC8F-522C41A03275}" srcId="{7F6F0E96-7CD0-4C2C-A496-DEFDC432AF9D}" destId="{D6CFFC1A-A782-4FD6-B3BC-CA69E9EEE894}" srcOrd="2" destOrd="0" parTransId="{5F2170D2-35A5-43D5-96C6-08D3121BDE1C}" sibTransId="{BE1CDDDA-70E3-48BC-BFA7-91544B29E657}"/>
    <dgm:cxn modelId="{DC46CC39-7884-4B69-A267-A68A5457F679}" type="presOf" srcId="{553E1A2F-FF4B-42D9-B7D1-0EE9D58CF123}" destId="{BC5DC88E-7358-4F65-9051-386AB37B6471}" srcOrd="0" destOrd="0" presId="urn:microsoft.com/office/officeart/2005/8/layout/list1"/>
    <dgm:cxn modelId="{1A614952-AF2C-43C7-BAE4-629213DC8D20}" srcId="{7F6F0E96-7CD0-4C2C-A496-DEFDC432AF9D}" destId="{553E1A2F-FF4B-42D9-B7D1-0EE9D58CF123}" srcOrd="1" destOrd="0" parTransId="{050A6CEB-138D-444F-8B56-CCED08D0C045}" sibTransId="{41422D0C-4644-4A01-ABF7-17D9224255A1}"/>
    <dgm:cxn modelId="{8AF190BD-8E70-47BB-AC3A-063A94B63C40}" srcId="{7F6F0E96-7CD0-4C2C-A496-DEFDC432AF9D}" destId="{988F3722-B526-4718-A448-8DA24EC68303}" srcOrd="0" destOrd="0" parTransId="{3D997E9F-54AD-4EBB-93E7-2D148FAF0FA9}" sibTransId="{3739E553-9E17-4A49-BA03-7BFB05B9EAB1}"/>
    <dgm:cxn modelId="{681F33CC-D3CE-4AAD-9170-5734DBF10A90}" type="presOf" srcId="{7F6F0E96-7CD0-4C2C-A496-DEFDC432AF9D}" destId="{AA8D1A48-09CB-4A3E-B48D-48F141291308}" srcOrd="0" destOrd="0" presId="urn:microsoft.com/office/officeart/2005/8/layout/list1"/>
    <dgm:cxn modelId="{5C3A21DF-475E-4DDB-B4C6-85D463E0364C}" type="presOf" srcId="{D6CFFC1A-A782-4FD6-B3BC-CA69E9EEE894}" destId="{AECD57B1-89D7-43E9-B7C0-F08ADCBCECF3}" srcOrd="0" destOrd="0" presId="urn:microsoft.com/office/officeart/2005/8/layout/list1"/>
    <dgm:cxn modelId="{98A406EB-8E1E-4797-9F4F-3225144F2BF9}" type="presOf" srcId="{988F3722-B526-4718-A448-8DA24EC68303}" destId="{987B8DC4-462D-4975-AD75-36E3C07EAEDB}" srcOrd="1" destOrd="0" presId="urn:microsoft.com/office/officeart/2005/8/layout/list1"/>
    <dgm:cxn modelId="{E98F64EF-C92E-4A92-824C-92B69CB51BA9}" type="presOf" srcId="{988F3722-B526-4718-A448-8DA24EC68303}" destId="{5082C873-9B30-48F4-871E-022213FEC3A8}" srcOrd="0" destOrd="0" presId="urn:microsoft.com/office/officeart/2005/8/layout/list1"/>
    <dgm:cxn modelId="{906BAACD-17AD-402D-A7E8-1C16B216F615}" type="presParOf" srcId="{AA8D1A48-09CB-4A3E-B48D-48F141291308}" destId="{833AF1D5-AFC3-4F2C-B7BA-965FC34DCA6B}" srcOrd="0" destOrd="0" presId="urn:microsoft.com/office/officeart/2005/8/layout/list1"/>
    <dgm:cxn modelId="{0CAD535B-75AC-4FE5-95E3-CF6A6D693E46}" type="presParOf" srcId="{833AF1D5-AFC3-4F2C-B7BA-965FC34DCA6B}" destId="{5082C873-9B30-48F4-871E-022213FEC3A8}" srcOrd="0" destOrd="0" presId="urn:microsoft.com/office/officeart/2005/8/layout/list1"/>
    <dgm:cxn modelId="{75FCB6EF-70D3-4254-9908-044A6FFD3FED}" type="presParOf" srcId="{833AF1D5-AFC3-4F2C-B7BA-965FC34DCA6B}" destId="{987B8DC4-462D-4975-AD75-36E3C07EAEDB}" srcOrd="1" destOrd="0" presId="urn:microsoft.com/office/officeart/2005/8/layout/list1"/>
    <dgm:cxn modelId="{A2FBC876-B084-4405-8968-BF3BBBC54D0F}" type="presParOf" srcId="{AA8D1A48-09CB-4A3E-B48D-48F141291308}" destId="{08BCB50E-18C9-4600-B59E-2978498442CF}" srcOrd="1" destOrd="0" presId="urn:microsoft.com/office/officeart/2005/8/layout/list1"/>
    <dgm:cxn modelId="{6F3C1116-ADDE-47EC-AFE5-AC0CC60177D8}" type="presParOf" srcId="{AA8D1A48-09CB-4A3E-B48D-48F141291308}" destId="{CAAF37A4-94D4-44E5-A96D-CDD818A52D01}" srcOrd="2" destOrd="0" presId="urn:microsoft.com/office/officeart/2005/8/layout/list1"/>
    <dgm:cxn modelId="{468934A8-5F54-48E4-B256-222B694DB826}" type="presParOf" srcId="{AA8D1A48-09CB-4A3E-B48D-48F141291308}" destId="{C270CBBC-F15D-40BE-8003-17C8299711B2}" srcOrd="3" destOrd="0" presId="urn:microsoft.com/office/officeart/2005/8/layout/list1"/>
    <dgm:cxn modelId="{AEB2186E-47D9-46E5-A491-3016B95FAF7E}" type="presParOf" srcId="{AA8D1A48-09CB-4A3E-B48D-48F141291308}" destId="{1D53DDDE-E47B-498A-9AAE-B672FC37DEF3}" srcOrd="4" destOrd="0" presId="urn:microsoft.com/office/officeart/2005/8/layout/list1"/>
    <dgm:cxn modelId="{E9BEDE1A-003D-44A7-B812-58DBC7B3BA4B}" type="presParOf" srcId="{1D53DDDE-E47B-498A-9AAE-B672FC37DEF3}" destId="{BC5DC88E-7358-4F65-9051-386AB37B6471}" srcOrd="0" destOrd="0" presId="urn:microsoft.com/office/officeart/2005/8/layout/list1"/>
    <dgm:cxn modelId="{63755D5A-5C20-4BEC-8A87-48D5AF9E4A34}" type="presParOf" srcId="{1D53DDDE-E47B-498A-9AAE-B672FC37DEF3}" destId="{5B118936-36A7-4C19-8725-DB85C1611D4F}" srcOrd="1" destOrd="0" presId="urn:microsoft.com/office/officeart/2005/8/layout/list1"/>
    <dgm:cxn modelId="{A13B9C0E-2D05-4C14-9945-820611B5B199}" type="presParOf" srcId="{AA8D1A48-09CB-4A3E-B48D-48F141291308}" destId="{83564B00-8418-413F-AAFF-E2D1D471F1C9}" srcOrd="5" destOrd="0" presId="urn:microsoft.com/office/officeart/2005/8/layout/list1"/>
    <dgm:cxn modelId="{235EA9E2-274F-4490-8DA8-BE5282CA2842}" type="presParOf" srcId="{AA8D1A48-09CB-4A3E-B48D-48F141291308}" destId="{D1B25F46-4238-4D8B-ADB4-2AA80E83E0D7}" srcOrd="6" destOrd="0" presId="urn:microsoft.com/office/officeart/2005/8/layout/list1"/>
    <dgm:cxn modelId="{7BD8130D-D7F7-407B-A238-4B058ED03C83}" type="presParOf" srcId="{AA8D1A48-09CB-4A3E-B48D-48F141291308}" destId="{2A5D1257-D4E1-4EC7-A31E-E565D8E9FA21}" srcOrd="7" destOrd="0" presId="urn:microsoft.com/office/officeart/2005/8/layout/list1"/>
    <dgm:cxn modelId="{E6797E5D-185C-4FAC-8831-2014B47272E5}" type="presParOf" srcId="{AA8D1A48-09CB-4A3E-B48D-48F141291308}" destId="{95A27AC0-3A58-4431-B3B0-BBB19369A558}" srcOrd="8" destOrd="0" presId="urn:microsoft.com/office/officeart/2005/8/layout/list1"/>
    <dgm:cxn modelId="{595FA861-B9D8-4E5A-A914-C67CD5655606}" type="presParOf" srcId="{95A27AC0-3A58-4431-B3B0-BBB19369A558}" destId="{AECD57B1-89D7-43E9-B7C0-F08ADCBCECF3}" srcOrd="0" destOrd="0" presId="urn:microsoft.com/office/officeart/2005/8/layout/list1"/>
    <dgm:cxn modelId="{C1FFBBBC-BD38-4AB6-95DF-05F8C6EA35AF}" type="presParOf" srcId="{95A27AC0-3A58-4431-B3B0-BBB19369A558}" destId="{3660D806-8D38-482D-88FB-D5DFA4FE9A53}" srcOrd="1" destOrd="0" presId="urn:microsoft.com/office/officeart/2005/8/layout/list1"/>
    <dgm:cxn modelId="{9BAAAF52-82A8-4719-8BE5-E292565E8ED1}" type="presParOf" srcId="{AA8D1A48-09CB-4A3E-B48D-48F141291308}" destId="{AB05A243-C448-4271-A727-D253F2B68CF7}" srcOrd="9" destOrd="0" presId="urn:microsoft.com/office/officeart/2005/8/layout/list1"/>
    <dgm:cxn modelId="{E084DB18-7DC2-494A-AAFE-6CCCD3C2151B}" type="presParOf" srcId="{AA8D1A48-09CB-4A3E-B48D-48F141291308}" destId="{0C4B07BD-AF2A-4017-8667-D80D13888C4E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F20AC77-6E71-48A5-8674-8142FAE8270B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15FE9A3-CB5D-42D2-9AA9-9BD0BCB4B07D}">
      <dgm:prSet phldrT="[Text]" phldr="0"/>
      <dgm:spPr/>
      <dgm:t>
        <a:bodyPr/>
        <a:lstStyle/>
        <a:p>
          <a:r>
            <a:rPr lang="en-US" dirty="0"/>
            <a:t>Positive </a:t>
          </a:r>
        </a:p>
      </dgm:t>
    </dgm:pt>
    <dgm:pt modelId="{6B9351ED-3966-40CA-A7F9-5408F8B8A284}" type="parTrans" cxnId="{E979E867-022B-40D3-977C-147515FF4CC4}">
      <dgm:prSet/>
      <dgm:spPr/>
      <dgm:t>
        <a:bodyPr/>
        <a:lstStyle/>
        <a:p>
          <a:endParaRPr lang="en-US"/>
        </a:p>
      </dgm:t>
    </dgm:pt>
    <dgm:pt modelId="{EDDC05D6-C616-418E-B8F8-15504EA66229}" type="sibTrans" cxnId="{E979E867-022B-40D3-977C-147515FF4CC4}">
      <dgm:prSet/>
      <dgm:spPr/>
      <dgm:t>
        <a:bodyPr/>
        <a:lstStyle/>
        <a:p>
          <a:endParaRPr lang="en-US"/>
        </a:p>
      </dgm:t>
    </dgm:pt>
    <dgm:pt modelId="{1F5D5617-5572-40F8-8826-34276A353C32}">
      <dgm:prSet phldrT="[Text]" phldr="0"/>
      <dgm:spPr/>
      <dgm:t>
        <a:bodyPr/>
        <a:lstStyle/>
        <a:p>
          <a:r>
            <a:rPr lang="en-US" dirty="0"/>
            <a:t>True positive</a:t>
          </a:r>
        </a:p>
      </dgm:t>
    </dgm:pt>
    <dgm:pt modelId="{BC3CDA43-689F-4435-AB58-4C10BEFE5F1E}" type="parTrans" cxnId="{9C1DB9E2-98FD-43CD-8781-742BC50FE21D}">
      <dgm:prSet/>
      <dgm:spPr/>
      <dgm:t>
        <a:bodyPr/>
        <a:lstStyle/>
        <a:p>
          <a:endParaRPr lang="en-US"/>
        </a:p>
      </dgm:t>
    </dgm:pt>
    <dgm:pt modelId="{15BA0B04-18B4-41F1-A8B0-10234B780B09}" type="sibTrans" cxnId="{9C1DB9E2-98FD-43CD-8781-742BC50FE21D}">
      <dgm:prSet/>
      <dgm:spPr/>
      <dgm:t>
        <a:bodyPr/>
        <a:lstStyle/>
        <a:p>
          <a:endParaRPr lang="en-US"/>
        </a:p>
      </dgm:t>
    </dgm:pt>
    <dgm:pt modelId="{57469619-F0CA-4D62-8DD0-519A4E029B01}">
      <dgm:prSet phldrT="[Text]" phldr="0"/>
      <dgm:spPr/>
      <dgm:t>
        <a:bodyPr/>
        <a:lstStyle/>
        <a:p>
          <a:r>
            <a:rPr lang="en-US" dirty="0"/>
            <a:t>Negative </a:t>
          </a:r>
        </a:p>
      </dgm:t>
    </dgm:pt>
    <dgm:pt modelId="{E548328A-504A-4545-8C6C-2609752CCC07}" type="parTrans" cxnId="{89EF474B-8687-40E6-BADE-1FA5CD445DD8}">
      <dgm:prSet/>
      <dgm:spPr/>
      <dgm:t>
        <a:bodyPr/>
        <a:lstStyle/>
        <a:p>
          <a:endParaRPr lang="en-US"/>
        </a:p>
      </dgm:t>
    </dgm:pt>
    <dgm:pt modelId="{F802135F-CCF2-43DA-9FA2-2469C3EF8734}" type="sibTrans" cxnId="{89EF474B-8687-40E6-BADE-1FA5CD445DD8}">
      <dgm:prSet/>
      <dgm:spPr/>
      <dgm:t>
        <a:bodyPr/>
        <a:lstStyle/>
        <a:p>
          <a:endParaRPr lang="en-US"/>
        </a:p>
      </dgm:t>
    </dgm:pt>
    <dgm:pt modelId="{9549FA88-5501-4555-B3F6-87D2814695AF}">
      <dgm:prSet phldrT="[Text]" phldr="0"/>
      <dgm:spPr/>
      <dgm:t>
        <a:bodyPr/>
        <a:lstStyle/>
        <a:p>
          <a:r>
            <a:rPr lang="en-US" dirty="0"/>
            <a:t>True negative </a:t>
          </a:r>
        </a:p>
      </dgm:t>
    </dgm:pt>
    <dgm:pt modelId="{BEC059E9-740D-493F-AC15-84D3691C64A3}" type="parTrans" cxnId="{1AD16859-1965-479A-9DDE-045948F2EB70}">
      <dgm:prSet/>
      <dgm:spPr/>
      <dgm:t>
        <a:bodyPr/>
        <a:lstStyle/>
        <a:p>
          <a:endParaRPr lang="en-US"/>
        </a:p>
      </dgm:t>
    </dgm:pt>
    <dgm:pt modelId="{3009F21D-57DE-4D60-8AA5-240D0DF0A7DF}" type="sibTrans" cxnId="{1AD16859-1965-479A-9DDE-045948F2EB70}">
      <dgm:prSet/>
      <dgm:spPr/>
      <dgm:t>
        <a:bodyPr/>
        <a:lstStyle/>
        <a:p>
          <a:endParaRPr lang="en-US"/>
        </a:p>
      </dgm:t>
    </dgm:pt>
    <dgm:pt modelId="{ADF0041E-BBCC-411E-8954-8CA8AEDF0EFD}">
      <dgm:prSet phldrT="[Text]" phldr="0"/>
      <dgm:spPr/>
      <dgm:t>
        <a:bodyPr/>
        <a:lstStyle/>
        <a:p>
          <a:r>
            <a:rPr lang="en-US" dirty="0"/>
            <a:t>False positive </a:t>
          </a:r>
        </a:p>
      </dgm:t>
    </dgm:pt>
    <dgm:pt modelId="{E556448C-3850-4DE7-994C-8E5EBD19F217}" type="parTrans" cxnId="{6390643F-9AB6-4D81-B0CB-E74D0ED04A47}">
      <dgm:prSet/>
      <dgm:spPr/>
      <dgm:t>
        <a:bodyPr/>
        <a:lstStyle/>
        <a:p>
          <a:endParaRPr lang="en-US"/>
        </a:p>
      </dgm:t>
    </dgm:pt>
    <dgm:pt modelId="{75DC8420-0CBD-4294-A35D-F13398370F5E}" type="sibTrans" cxnId="{6390643F-9AB6-4D81-B0CB-E74D0ED04A47}">
      <dgm:prSet/>
      <dgm:spPr/>
      <dgm:t>
        <a:bodyPr/>
        <a:lstStyle/>
        <a:p>
          <a:endParaRPr lang="en-US"/>
        </a:p>
      </dgm:t>
    </dgm:pt>
    <dgm:pt modelId="{36542D5A-AF02-4423-BBA6-63641D42D39F}">
      <dgm:prSet phldrT="[Text]" phldr="0"/>
      <dgm:spPr/>
      <dgm:t>
        <a:bodyPr/>
        <a:lstStyle/>
        <a:p>
          <a:r>
            <a:rPr lang="en-US" dirty="0"/>
            <a:t>False negative </a:t>
          </a:r>
        </a:p>
      </dgm:t>
    </dgm:pt>
    <dgm:pt modelId="{3CFC7AD3-B51B-4803-B9CD-84091AB5EF70}" type="parTrans" cxnId="{9C8643C8-DF5A-417B-86AD-C2ABBFBDF4F5}">
      <dgm:prSet/>
      <dgm:spPr/>
      <dgm:t>
        <a:bodyPr/>
        <a:lstStyle/>
        <a:p>
          <a:endParaRPr lang="en-US"/>
        </a:p>
      </dgm:t>
    </dgm:pt>
    <dgm:pt modelId="{B5B75AD3-6582-48E9-84CF-C084F595F1F7}" type="sibTrans" cxnId="{9C8643C8-DF5A-417B-86AD-C2ABBFBDF4F5}">
      <dgm:prSet/>
      <dgm:spPr/>
      <dgm:t>
        <a:bodyPr/>
        <a:lstStyle/>
        <a:p>
          <a:endParaRPr lang="en-US"/>
        </a:p>
      </dgm:t>
    </dgm:pt>
    <dgm:pt modelId="{7FAFE7E9-6E98-465B-BFC3-2DC40BCAE849}" type="pres">
      <dgm:prSet presAssocID="{5F20AC77-6E71-48A5-8674-8142FAE8270B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AAA2054C-A007-436D-B0A2-0A6C57BDC3B0}" type="pres">
      <dgm:prSet presAssocID="{A15FE9A3-CB5D-42D2-9AA9-9BD0BCB4B07D}" presName="root1" presStyleCnt="0"/>
      <dgm:spPr/>
    </dgm:pt>
    <dgm:pt modelId="{2F34906C-F68A-40EB-A028-B1BA66C52CF5}" type="pres">
      <dgm:prSet presAssocID="{A15FE9A3-CB5D-42D2-9AA9-9BD0BCB4B07D}" presName="LevelOneTextNode" presStyleLbl="node0" presStyleIdx="0" presStyleCnt="2">
        <dgm:presLayoutVars>
          <dgm:chPref val="3"/>
        </dgm:presLayoutVars>
      </dgm:prSet>
      <dgm:spPr/>
    </dgm:pt>
    <dgm:pt modelId="{952203FA-D11A-41EB-9758-925C2F058CA7}" type="pres">
      <dgm:prSet presAssocID="{A15FE9A3-CB5D-42D2-9AA9-9BD0BCB4B07D}" presName="level2hierChild" presStyleCnt="0"/>
      <dgm:spPr/>
    </dgm:pt>
    <dgm:pt modelId="{2B0085A7-9D7D-4441-A463-C73E5831E2BC}" type="pres">
      <dgm:prSet presAssocID="{BC3CDA43-689F-4435-AB58-4C10BEFE5F1E}" presName="conn2-1" presStyleLbl="parChTrans1D2" presStyleIdx="0" presStyleCnt="4"/>
      <dgm:spPr/>
    </dgm:pt>
    <dgm:pt modelId="{8F372BBF-67EA-4DD8-A29D-5AE2B7959374}" type="pres">
      <dgm:prSet presAssocID="{BC3CDA43-689F-4435-AB58-4C10BEFE5F1E}" presName="connTx" presStyleLbl="parChTrans1D2" presStyleIdx="0" presStyleCnt="4"/>
      <dgm:spPr/>
    </dgm:pt>
    <dgm:pt modelId="{41DC5862-A497-45C2-8200-7B74A64AA618}" type="pres">
      <dgm:prSet presAssocID="{1F5D5617-5572-40F8-8826-34276A353C32}" presName="root2" presStyleCnt="0"/>
      <dgm:spPr/>
    </dgm:pt>
    <dgm:pt modelId="{C4C05E9C-834A-48CD-9D93-3B42D22F0451}" type="pres">
      <dgm:prSet presAssocID="{1F5D5617-5572-40F8-8826-34276A353C32}" presName="LevelTwoTextNode" presStyleLbl="node2" presStyleIdx="0" presStyleCnt="4" custScaleX="149541">
        <dgm:presLayoutVars>
          <dgm:chPref val="3"/>
        </dgm:presLayoutVars>
      </dgm:prSet>
      <dgm:spPr/>
    </dgm:pt>
    <dgm:pt modelId="{8CC183A2-7177-44C2-BEA6-E52CA755A28D}" type="pres">
      <dgm:prSet presAssocID="{1F5D5617-5572-40F8-8826-34276A353C32}" presName="level3hierChild" presStyleCnt="0"/>
      <dgm:spPr/>
    </dgm:pt>
    <dgm:pt modelId="{7DFCE56A-6D7C-4673-A025-D2A34BF17DCC}" type="pres">
      <dgm:prSet presAssocID="{E556448C-3850-4DE7-994C-8E5EBD19F217}" presName="conn2-1" presStyleLbl="parChTrans1D2" presStyleIdx="1" presStyleCnt="4"/>
      <dgm:spPr/>
    </dgm:pt>
    <dgm:pt modelId="{140AFF79-792F-4E34-A16B-403AF9002BFC}" type="pres">
      <dgm:prSet presAssocID="{E556448C-3850-4DE7-994C-8E5EBD19F217}" presName="connTx" presStyleLbl="parChTrans1D2" presStyleIdx="1" presStyleCnt="4"/>
      <dgm:spPr/>
    </dgm:pt>
    <dgm:pt modelId="{64772577-BAD9-465F-952D-E90072DD5BC0}" type="pres">
      <dgm:prSet presAssocID="{ADF0041E-BBCC-411E-8954-8CA8AEDF0EFD}" presName="root2" presStyleCnt="0"/>
      <dgm:spPr/>
    </dgm:pt>
    <dgm:pt modelId="{24589839-7A37-47F0-8795-8648059722DF}" type="pres">
      <dgm:prSet presAssocID="{ADF0041E-BBCC-411E-8954-8CA8AEDF0EFD}" presName="LevelTwoTextNode" presStyleLbl="node2" presStyleIdx="1" presStyleCnt="4" custScaleX="149541">
        <dgm:presLayoutVars>
          <dgm:chPref val="3"/>
        </dgm:presLayoutVars>
      </dgm:prSet>
      <dgm:spPr/>
    </dgm:pt>
    <dgm:pt modelId="{0AC22AAC-7B23-4CC4-A50A-2EACB50C669A}" type="pres">
      <dgm:prSet presAssocID="{ADF0041E-BBCC-411E-8954-8CA8AEDF0EFD}" presName="level3hierChild" presStyleCnt="0"/>
      <dgm:spPr/>
    </dgm:pt>
    <dgm:pt modelId="{32FA1586-28B0-423B-B922-A237C559CC85}" type="pres">
      <dgm:prSet presAssocID="{57469619-F0CA-4D62-8DD0-519A4E029B01}" presName="root1" presStyleCnt="0"/>
      <dgm:spPr/>
    </dgm:pt>
    <dgm:pt modelId="{70F7BCAA-EB96-4B5B-899C-CE5657975C1E}" type="pres">
      <dgm:prSet presAssocID="{57469619-F0CA-4D62-8DD0-519A4E029B01}" presName="LevelOneTextNode" presStyleLbl="node0" presStyleIdx="1" presStyleCnt="2">
        <dgm:presLayoutVars>
          <dgm:chPref val="3"/>
        </dgm:presLayoutVars>
      </dgm:prSet>
      <dgm:spPr/>
    </dgm:pt>
    <dgm:pt modelId="{A44B0219-8141-4508-A07F-D615A62C4B62}" type="pres">
      <dgm:prSet presAssocID="{57469619-F0CA-4D62-8DD0-519A4E029B01}" presName="level2hierChild" presStyleCnt="0"/>
      <dgm:spPr/>
    </dgm:pt>
    <dgm:pt modelId="{E3D93DCF-F8B0-4030-8DA2-C22156908DA7}" type="pres">
      <dgm:prSet presAssocID="{BEC059E9-740D-493F-AC15-84D3691C64A3}" presName="conn2-1" presStyleLbl="parChTrans1D2" presStyleIdx="2" presStyleCnt="4"/>
      <dgm:spPr/>
    </dgm:pt>
    <dgm:pt modelId="{0A20CD44-F05C-429F-97C3-FFAFD480A111}" type="pres">
      <dgm:prSet presAssocID="{BEC059E9-740D-493F-AC15-84D3691C64A3}" presName="connTx" presStyleLbl="parChTrans1D2" presStyleIdx="2" presStyleCnt="4"/>
      <dgm:spPr/>
    </dgm:pt>
    <dgm:pt modelId="{7C268D84-86D1-4AD3-AD7D-466AED0D01D8}" type="pres">
      <dgm:prSet presAssocID="{9549FA88-5501-4555-B3F6-87D2814695AF}" presName="root2" presStyleCnt="0"/>
      <dgm:spPr/>
    </dgm:pt>
    <dgm:pt modelId="{DAF2FF5B-DE6D-46F5-AC69-42DB43CF87E1}" type="pres">
      <dgm:prSet presAssocID="{9549FA88-5501-4555-B3F6-87D2814695AF}" presName="LevelTwoTextNode" presStyleLbl="node2" presStyleIdx="2" presStyleCnt="4" custScaleX="149541">
        <dgm:presLayoutVars>
          <dgm:chPref val="3"/>
        </dgm:presLayoutVars>
      </dgm:prSet>
      <dgm:spPr/>
    </dgm:pt>
    <dgm:pt modelId="{D4B6F46D-A9BA-4569-ABCA-084BE73146FB}" type="pres">
      <dgm:prSet presAssocID="{9549FA88-5501-4555-B3F6-87D2814695AF}" presName="level3hierChild" presStyleCnt="0"/>
      <dgm:spPr/>
    </dgm:pt>
    <dgm:pt modelId="{1582E294-506E-49B4-9DFF-17719F6FF78D}" type="pres">
      <dgm:prSet presAssocID="{3CFC7AD3-B51B-4803-B9CD-84091AB5EF70}" presName="conn2-1" presStyleLbl="parChTrans1D2" presStyleIdx="3" presStyleCnt="4"/>
      <dgm:spPr/>
    </dgm:pt>
    <dgm:pt modelId="{AB873A3F-0425-4035-867F-FED5B70E9490}" type="pres">
      <dgm:prSet presAssocID="{3CFC7AD3-B51B-4803-B9CD-84091AB5EF70}" presName="connTx" presStyleLbl="parChTrans1D2" presStyleIdx="3" presStyleCnt="4"/>
      <dgm:spPr/>
    </dgm:pt>
    <dgm:pt modelId="{9C521C18-26B2-4CAB-962C-B9A25DD7B8F8}" type="pres">
      <dgm:prSet presAssocID="{36542D5A-AF02-4423-BBA6-63641D42D39F}" presName="root2" presStyleCnt="0"/>
      <dgm:spPr/>
    </dgm:pt>
    <dgm:pt modelId="{E81A0EC5-5352-4986-9AF1-1AB232D7E714}" type="pres">
      <dgm:prSet presAssocID="{36542D5A-AF02-4423-BBA6-63641D42D39F}" presName="LevelTwoTextNode" presStyleLbl="node2" presStyleIdx="3" presStyleCnt="4" custScaleX="148292">
        <dgm:presLayoutVars>
          <dgm:chPref val="3"/>
        </dgm:presLayoutVars>
      </dgm:prSet>
      <dgm:spPr/>
    </dgm:pt>
    <dgm:pt modelId="{B6953EC7-BD46-4813-8B73-623138F84DE8}" type="pres">
      <dgm:prSet presAssocID="{36542D5A-AF02-4423-BBA6-63641D42D39F}" presName="level3hierChild" presStyleCnt="0"/>
      <dgm:spPr/>
    </dgm:pt>
  </dgm:ptLst>
  <dgm:cxnLst>
    <dgm:cxn modelId="{DC46720D-1806-494F-A02B-AF2F908D99EA}" type="presOf" srcId="{3CFC7AD3-B51B-4803-B9CD-84091AB5EF70}" destId="{1582E294-506E-49B4-9DFF-17719F6FF78D}" srcOrd="0" destOrd="0" presId="urn:microsoft.com/office/officeart/2005/8/layout/hierarchy2"/>
    <dgm:cxn modelId="{E6FE7420-3031-49B6-8C78-D87A4538E250}" type="presOf" srcId="{1F5D5617-5572-40F8-8826-34276A353C32}" destId="{C4C05E9C-834A-48CD-9D93-3B42D22F0451}" srcOrd="0" destOrd="0" presId="urn:microsoft.com/office/officeart/2005/8/layout/hierarchy2"/>
    <dgm:cxn modelId="{6390643F-9AB6-4D81-B0CB-E74D0ED04A47}" srcId="{A15FE9A3-CB5D-42D2-9AA9-9BD0BCB4B07D}" destId="{ADF0041E-BBCC-411E-8954-8CA8AEDF0EFD}" srcOrd="1" destOrd="0" parTransId="{E556448C-3850-4DE7-994C-8E5EBD19F217}" sibTransId="{75DC8420-0CBD-4294-A35D-F13398370F5E}"/>
    <dgm:cxn modelId="{800AF446-F1E1-47BB-BE5E-0639EF1707CB}" type="presOf" srcId="{5F20AC77-6E71-48A5-8674-8142FAE8270B}" destId="{7FAFE7E9-6E98-465B-BFC3-2DC40BCAE849}" srcOrd="0" destOrd="0" presId="urn:microsoft.com/office/officeart/2005/8/layout/hierarchy2"/>
    <dgm:cxn modelId="{E979E867-022B-40D3-977C-147515FF4CC4}" srcId="{5F20AC77-6E71-48A5-8674-8142FAE8270B}" destId="{A15FE9A3-CB5D-42D2-9AA9-9BD0BCB4B07D}" srcOrd="0" destOrd="0" parTransId="{6B9351ED-3966-40CA-A7F9-5408F8B8A284}" sibTransId="{EDDC05D6-C616-418E-B8F8-15504EA66229}"/>
    <dgm:cxn modelId="{89EF474B-8687-40E6-BADE-1FA5CD445DD8}" srcId="{5F20AC77-6E71-48A5-8674-8142FAE8270B}" destId="{57469619-F0CA-4D62-8DD0-519A4E029B01}" srcOrd="1" destOrd="0" parTransId="{E548328A-504A-4545-8C6C-2609752CCC07}" sibTransId="{F802135F-CCF2-43DA-9FA2-2469C3EF8734}"/>
    <dgm:cxn modelId="{DABBCA4D-8224-463A-B728-E82C8242435C}" type="presOf" srcId="{57469619-F0CA-4D62-8DD0-519A4E029B01}" destId="{70F7BCAA-EB96-4B5B-899C-CE5657975C1E}" srcOrd="0" destOrd="0" presId="urn:microsoft.com/office/officeart/2005/8/layout/hierarchy2"/>
    <dgm:cxn modelId="{1271314F-B671-4319-B806-E395BFCEE9D2}" type="presOf" srcId="{3CFC7AD3-B51B-4803-B9CD-84091AB5EF70}" destId="{AB873A3F-0425-4035-867F-FED5B70E9490}" srcOrd="1" destOrd="0" presId="urn:microsoft.com/office/officeart/2005/8/layout/hierarchy2"/>
    <dgm:cxn modelId="{889B2A56-1C8E-4DD4-A3A7-F389C5ADF264}" type="presOf" srcId="{BEC059E9-740D-493F-AC15-84D3691C64A3}" destId="{0A20CD44-F05C-429F-97C3-FFAFD480A111}" srcOrd="1" destOrd="0" presId="urn:microsoft.com/office/officeart/2005/8/layout/hierarchy2"/>
    <dgm:cxn modelId="{1AD16859-1965-479A-9DDE-045948F2EB70}" srcId="{57469619-F0CA-4D62-8DD0-519A4E029B01}" destId="{9549FA88-5501-4555-B3F6-87D2814695AF}" srcOrd="0" destOrd="0" parTransId="{BEC059E9-740D-493F-AC15-84D3691C64A3}" sibTransId="{3009F21D-57DE-4D60-8AA5-240D0DF0A7DF}"/>
    <dgm:cxn modelId="{DEB17897-419C-4353-A4AE-5E13DEFDC864}" type="presOf" srcId="{A15FE9A3-CB5D-42D2-9AA9-9BD0BCB4B07D}" destId="{2F34906C-F68A-40EB-A028-B1BA66C52CF5}" srcOrd="0" destOrd="0" presId="urn:microsoft.com/office/officeart/2005/8/layout/hierarchy2"/>
    <dgm:cxn modelId="{D801E9B9-B207-449D-9FD7-166FC2A44B5C}" type="presOf" srcId="{ADF0041E-BBCC-411E-8954-8CA8AEDF0EFD}" destId="{24589839-7A37-47F0-8795-8648059722DF}" srcOrd="0" destOrd="0" presId="urn:microsoft.com/office/officeart/2005/8/layout/hierarchy2"/>
    <dgm:cxn modelId="{A78822C2-2898-45F2-958E-E2107A0D8F1B}" type="presOf" srcId="{BC3CDA43-689F-4435-AB58-4C10BEFE5F1E}" destId="{8F372BBF-67EA-4DD8-A29D-5AE2B7959374}" srcOrd="1" destOrd="0" presId="urn:microsoft.com/office/officeart/2005/8/layout/hierarchy2"/>
    <dgm:cxn modelId="{9C8643C8-DF5A-417B-86AD-C2ABBFBDF4F5}" srcId="{57469619-F0CA-4D62-8DD0-519A4E029B01}" destId="{36542D5A-AF02-4423-BBA6-63641D42D39F}" srcOrd="1" destOrd="0" parTransId="{3CFC7AD3-B51B-4803-B9CD-84091AB5EF70}" sibTransId="{B5B75AD3-6582-48E9-84CF-C084F595F1F7}"/>
    <dgm:cxn modelId="{AFCBC1D0-D382-4DE8-BBB5-F3F52BDA19F2}" type="presOf" srcId="{9549FA88-5501-4555-B3F6-87D2814695AF}" destId="{DAF2FF5B-DE6D-46F5-AC69-42DB43CF87E1}" srcOrd="0" destOrd="0" presId="urn:microsoft.com/office/officeart/2005/8/layout/hierarchy2"/>
    <dgm:cxn modelId="{420844DA-14BF-4474-BAE7-5F840C3B78D6}" type="presOf" srcId="{BEC059E9-740D-493F-AC15-84D3691C64A3}" destId="{E3D93DCF-F8B0-4030-8DA2-C22156908DA7}" srcOrd="0" destOrd="0" presId="urn:microsoft.com/office/officeart/2005/8/layout/hierarchy2"/>
    <dgm:cxn modelId="{097DB4DB-7C4C-4DA3-8B8A-B47E4187FFCE}" type="presOf" srcId="{E556448C-3850-4DE7-994C-8E5EBD19F217}" destId="{7DFCE56A-6D7C-4673-A025-D2A34BF17DCC}" srcOrd="0" destOrd="0" presId="urn:microsoft.com/office/officeart/2005/8/layout/hierarchy2"/>
    <dgm:cxn modelId="{9C1DB9E2-98FD-43CD-8781-742BC50FE21D}" srcId="{A15FE9A3-CB5D-42D2-9AA9-9BD0BCB4B07D}" destId="{1F5D5617-5572-40F8-8826-34276A353C32}" srcOrd="0" destOrd="0" parTransId="{BC3CDA43-689F-4435-AB58-4C10BEFE5F1E}" sibTransId="{15BA0B04-18B4-41F1-A8B0-10234B780B09}"/>
    <dgm:cxn modelId="{F4DD86EF-1F04-43EF-8BE9-595264B7655C}" type="presOf" srcId="{BC3CDA43-689F-4435-AB58-4C10BEFE5F1E}" destId="{2B0085A7-9D7D-4441-A463-C73E5831E2BC}" srcOrd="0" destOrd="0" presId="urn:microsoft.com/office/officeart/2005/8/layout/hierarchy2"/>
    <dgm:cxn modelId="{586366FA-B02B-40B3-BCA6-E7367E785304}" type="presOf" srcId="{E556448C-3850-4DE7-994C-8E5EBD19F217}" destId="{140AFF79-792F-4E34-A16B-403AF9002BFC}" srcOrd="1" destOrd="0" presId="urn:microsoft.com/office/officeart/2005/8/layout/hierarchy2"/>
    <dgm:cxn modelId="{3109AAFD-B772-4731-84E2-E2164B052911}" type="presOf" srcId="{36542D5A-AF02-4423-BBA6-63641D42D39F}" destId="{E81A0EC5-5352-4986-9AF1-1AB232D7E714}" srcOrd="0" destOrd="0" presId="urn:microsoft.com/office/officeart/2005/8/layout/hierarchy2"/>
    <dgm:cxn modelId="{E0BD864B-73AD-4026-B81B-9BFB41383DA0}" type="presParOf" srcId="{7FAFE7E9-6E98-465B-BFC3-2DC40BCAE849}" destId="{AAA2054C-A007-436D-B0A2-0A6C57BDC3B0}" srcOrd="0" destOrd="0" presId="urn:microsoft.com/office/officeart/2005/8/layout/hierarchy2"/>
    <dgm:cxn modelId="{C7AD19D0-3456-4A54-9AD6-AEB0068363B3}" type="presParOf" srcId="{AAA2054C-A007-436D-B0A2-0A6C57BDC3B0}" destId="{2F34906C-F68A-40EB-A028-B1BA66C52CF5}" srcOrd="0" destOrd="0" presId="urn:microsoft.com/office/officeart/2005/8/layout/hierarchy2"/>
    <dgm:cxn modelId="{BF74269A-2DAE-4BC9-8448-E676CB328B3A}" type="presParOf" srcId="{AAA2054C-A007-436D-B0A2-0A6C57BDC3B0}" destId="{952203FA-D11A-41EB-9758-925C2F058CA7}" srcOrd="1" destOrd="0" presId="urn:microsoft.com/office/officeart/2005/8/layout/hierarchy2"/>
    <dgm:cxn modelId="{3A8A1D71-3242-4448-A7EF-ED44900ECBB6}" type="presParOf" srcId="{952203FA-D11A-41EB-9758-925C2F058CA7}" destId="{2B0085A7-9D7D-4441-A463-C73E5831E2BC}" srcOrd="0" destOrd="0" presId="urn:microsoft.com/office/officeart/2005/8/layout/hierarchy2"/>
    <dgm:cxn modelId="{A97A0C4A-F0AF-4B16-B64E-A2E6B2262FA7}" type="presParOf" srcId="{2B0085A7-9D7D-4441-A463-C73E5831E2BC}" destId="{8F372BBF-67EA-4DD8-A29D-5AE2B7959374}" srcOrd="0" destOrd="0" presId="urn:microsoft.com/office/officeart/2005/8/layout/hierarchy2"/>
    <dgm:cxn modelId="{BC64831D-8B5C-4091-A542-65A21CE795CF}" type="presParOf" srcId="{952203FA-D11A-41EB-9758-925C2F058CA7}" destId="{41DC5862-A497-45C2-8200-7B74A64AA618}" srcOrd="1" destOrd="0" presId="urn:microsoft.com/office/officeart/2005/8/layout/hierarchy2"/>
    <dgm:cxn modelId="{05726761-3DC8-4BE2-AC76-767E5A217900}" type="presParOf" srcId="{41DC5862-A497-45C2-8200-7B74A64AA618}" destId="{C4C05E9C-834A-48CD-9D93-3B42D22F0451}" srcOrd="0" destOrd="0" presId="urn:microsoft.com/office/officeart/2005/8/layout/hierarchy2"/>
    <dgm:cxn modelId="{C8D997E8-9A69-462C-A68B-4A1474C72776}" type="presParOf" srcId="{41DC5862-A497-45C2-8200-7B74A64AA618}" destId="{8CC183A2-7177-44C2-BEA6-E52CA755A28D}" srcOrd="1" destOrd="0" presId="urn:microsoft.com/office/officeart/2005/8/layout/hierarchy2"/>
    <dgm:cxn modelId="{A9F2D387-A13E-4A77-A462-B016CDCD42BB}" type="presParOf" srcId="{952203FA-D11A-41EB-9758-925C2F058CA7}" destId="{7DFCE56A-6D7C-4673-A025-D2A34BF17DCC}" srcOrd="2" destOrd="0" presId="urn:microsoft.com/office/officeart/2005/8/layout/hierarchy2"/>
    <dgm:cxn modelId="{C95F5BD5-DFED-4F2F-A4DD-D48E4DB39936}" type="presParOf" srcId="{7DFCE56A-6D7C-4673-A025-D2A34BF17DCC}" destId="{140AFF79-792F-4E34-A16B-403AF9002BFC}" srcOrd="0" destOrd="0" presId="urn:microsoft.com/office/officeart/2005/8/layout/hierarchy2"/>
    <dgm:cxn modelId="{C148FB10-AE48-408F-A983-21AA5708D5E5}" type="presParOf" srcId="{952203FA-D11A-41EB-9758-925C2F058CA7}" destId="{64772577-BAD9-465F-952D-E90072DD5BC0}" srcOrd="3" destOrd="0" presId="urn:microsoft.com/office/officeart/2005/8/layout/hierarchy2"/>
    <dgm:cxn modelId="{A2AA5DF6-D972-4869-B823-E92350D80A30}" type="presParOf" srcId="{64772577-BAD9-465F-952D-E90072DD5BC0}" destId="{24589839-7A37-47F0-8795-8648059722DF}" srcOrd="0" destOrd="0" presId="urn:microsoft.com/office/officeart/2005/8/layout/hierarchy2"/>
    <dgm:cxn modelId="{1E6AC3B3-72D5-4CEC-BAC6-3749115D2E0C}" type="presParOf" srcId="{64772577-BAD9-465F-952D-E90072DD5BC0}" destId="{0AC22AAC-7B23-4CC4-A50A-2EACB50C669A}" srcOrd="1" destOrd="0" presId="urn:microsoft.com/office/officeart/2005/8/layout/hierarchy2"/>
    <dgm:cxn modelId="{423F29B8-DC3B-45FF-A6D4-50898D90838D}" type="presParOf" srcId="{7FAFE7E9-6E98-465B-BFC3-2DC40BCAE849}" destId="{32FA1586-28B0-423B-B922-A237C559CC85}" srcOrd="1" destOrd="0" presId="urn:microsoft.com/office/officeart/2005/8/layout/hierarchy2"/>
    <dgm:cxn modelId="{41CEE8A3-0D1E-406F-9198-D36DFAF6C89D}" type="presParOf" srcId="{32FA1586-28B0-423B-B922-A237C559CC85}" destId="{70F7BCAA-EB96-4B5B-899C-CE5657975C1E}" srcOrd="0" destOrd="0" presId="urn:microsoft.com/office/officeart/2005/8/layout/hierarchy2"/>
    <dgm:cxn modelId="{1C23F861-92DE-40D3-8F84-9CAEE77EDACC}" type="presParOf" srcId="{32FA1586-28B0-423B-B922-A237C559CC85}" destId="{A44B0219-8141-4508-A07F-D615A62C4B62}" srcOrd="1" destOrd="0" presId="urn:microsoft.com/office/officeart/2005/8/layout/hierarchy2"/>
    <dgm:cxn modelId="{ADC4628C-115B-4852-A607-3DCFD10AA01D}" type="presParOf" srcId="{A44B0219-8141-4508-A07F-D615A62C4B62}" destId="{E3D93DCF-F8B0-4030-8DA2-C22156908DA7}" srcOrd="0" destOrd="0" presId="urn:microsoft.com/office/officeart/2005/8/layout/hierarchy2"/>
    <dgm:cxn modelId="{53BB06C3-784E-482F-AA3D-F317DBD62B8F}" type="presParOf" srcId="{E3D93DCF-F8B0-4030-8DA2-C22156908DA7}" destId="{0A20CD44-F05C-429F-97C3-FFAFD480A111}" srcOrd="0" destOrd="0" presId="urn:microsoft.com/office/officeart/2005/8/layout/hierarchy2"/>
    <dgm:cxn modelId="{935C13A3-7329-421D-BACE-94DF024C89FD}" type="presParOf" srcId="{A44B0219-8141-4508-A07F-D615A62C4B62}" destId="{7C268D84-86D1-4AD3-AD7D-466AED0D01D8}" srcOrd="1" destOrd="0" presId="urn:microsoft.com/office/officeart/2005/8/layout/hierarchy2"/>
    <dgm:cxn modelId="{706760BB-8E32-4243-9B64-76691D1E3759}" type="presParOf" srcId="{7C268D84-86D1-4AD3-AD7D-466AED0D01D8}" destId="{DAF2FF5B-DE6D-46F5-AC69-42DB43CF87E1}" srcOrd="0" destOrd="0" presId="urn:microsoft.com/office/officeart/2005/8/layout/hierarchy2"/>
    <dgm:cxn modelId="{8EC8DC94-D4F2-485F-A32C-40EA75FAB4A3}" type="presParOf" srcId="{7C268D84-86D1-4AD3-AD7D-466AED0D01D8}" destId="{D4B6F46D-A9BA-4569-ABCA-084BE73146FB}" srcOrd="1" destOrd="0" presId="urn:microsoft.com/office/officeart/2005/8/layout/hierarchy2"/>
    <dgm:cxn modelId="{F71423EA-B417-4E4F-80C4-3CB3447CE216}" type="presParOf" srcId="{A44B0219-8141-4508-A07F-D615A62C4B62}" destId="{1582E294-506E-49B4-9DFF-17719F6FF78D}" srcOrd="2" destOrd="0" presId="urn:microsoft.com/office/officeart/2005/8/layout/hierarchy2"/>
    <dgm:cxn modelId="{B7BD1639-030A-4DE6-BFF1-24807A1DC57D}" type="presParOf" srcId="{1582E294-506E-49B4-9DFF-17719F6FF78D}" destId="{AB873A3F-0425-4035-867F-FED5B70E9490}" srcOrd="0" destOrd="0" presId="urn:microsoft.com/office/officeart/2005/8/layout/hierarchy2"/>
    <dgm:cxn modelId="{2108DD65-E53D-4644-A7F2-D291C68718DF}" type="presParOf" srcId="{A44B0219-8141-4508-A07F-D615A62C4B62}" destId="{9C521C18-26B2-4CAB-962C-B9A25DD7B8F8}" srcOrd="3" destOrd="0" presId="urn:microsoft.com/office/officeart/2005/8/layout/hierarchy2"/>
    <dgm:cxn modelId="{0DDF12AA-301E-41D9-AF0C-0B2168AA6347}" type="presParOf" srcId="{9C521C18-26B2-4CAB-962C-B9A25DD7B8F8}" destId="{E81A0EC5-5352-4986-9AF1-1AB232D7E714}" srcOrd="0" destOrd="0" presId="urn:microsoft.com/office/officeart/2005/8/layout/hierarchy2"/>
    <dgm:cxn modelId="{82FDB887-5ADB-4D54-B69A-C0241F6CE94C}" type="presParOf" srcId="{9C521C18-26B2-4CAB-962C-B9A25DD7B8F8}" destId="{B6953EC7-BD46-4813-8B73-623138F84DE8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B9D58BF-C6FA-401E-AEC7-CAB3D85D6DFA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DD5FC91-A051-46DC-B18A-F7A2952FCC20}">
      <dgm:prSet phldrT="[Text]" phldr="0"/>
      <dgm:spPr/>
      <dgm:t>
        <a:bodyPr/>
        <a:lstStyle/>
        <a:p>
          <a:r>
            <a:rPr lang="en-US" dirty="0"/>
            <a:t>Classification </a:t>
          </a:r>
        </a:p>
      </dgm:t>
    </dgm:pt>
    <dgm:pt modelId="{ED05F7A2-4A15-4376-A1F9-80C4A6E9B36D}" type="parTrans" cxnId="{43FE1977-1960-4F0B-A0E0-6C4C35C6E174}">
      <dgm:prSet/>
      <dgm:spPr/>
      <dgm:t>
        <a:bodyPr/>
        <a:lstStyle/>
        <a:p>
          <a:endParaRPr lang="en-US"/>
        </a:p>
      </dgm:t>
    </dgm:pt>
    <dgm:pt modelId="{5724FE02-BD53-4CC3-B921-5258852D848A}" type="sibTrans" cxnId="{43FE1977-1960-4F0B-A0E0-6C4C35C6E174}">
      <dgm:prSet/>
      <dgm:spPr/>
      <dgm:t>
        <a:bodyPr/>
        <a:lstStyle/>
        <a:p>
          <a:endParaRPr lang="en-US"/>
        </a:p>
      </dgm:t>
    </dgm:pt>
    <dgm:pt modelId="{63DDF0B6-B3E2-45A1-A249-7A242FFAF348}">
      <dgm:prSet phldrT="[Text]" phldr="0"/>
      <dgm:spPr/>
      <dgm:t>
        <a:bodyPr/>
        <a:lstStyle/>
        <a:p>
          <a:r>
            <a:rPr lang="en-US" dirty="0"/>
            <a:t>binary</a:t>
          </a:r>
        </a:p>
      </dgm:t>
    </dgm:pt>
    <dgm:pt modelId="{D60D1A0A-322D-46F9-A08A-9FBE7DF57F3A}" type="parTrans" cxnId="{565F0EDC-E9DC-40A4-AF27-1D094E2483D1}">
      <dgm:prSet/>
      <dgm:spPr/>
      <dgm:t>
        <a:bodyPr/>
        <a:lstStyle/>
        <a:p>
          <a:endParaRPr lang="en-US"/>
        </a:p>
      </dgm:t>
    </dgm:pt>
    <dgm:pt modelId="{09257CA8-FE3A-4CB0-9045-7F3B43BCEC7E}" type="sibTrans" cxnId="{565F0EDC-E9DC-40A4-AF27-1D094E2483D1}">
      <dgm:prSet/>
      <dgm:spPr/>
      <dgm:t>
        <a:bodyPr/>
        <a:lstStyle/>
        <a:p>
          <a:endParaRPr lang="en-US"/>
        </a:p>
      </dgm:t>
    </dgm:pt>
    <dgm:pt modelId="{E2706614-020F-4216-A9BB-1C3497DA7C75}">
      <dgm:prSet phldrT="[Text]"/>
      <dgm:spPr/>
      <dgm:t>
        <a:bodyPr/>
        <a:lstStyle/>
        <a:p>
          <a:pPr>
            <a:buNone/>
          </a:pPr>
          <a:r>
            <a:rPr lang="en-US" b="1" i="0"/>
            <a:t>Multi-Class</a:t>
          </a:r>
          <a:endParaRPr lang="en-US" dirty="0"/>
        </a:p>
      </dgm:t>
    </dgm:pt>
    <dgm:pt modelId="{6D5682A4-664D-42D4-AD28-ACB77277A3EC}" type="parTrans" cxnId="{6660A3AC-95A6-4F4C-A6EA-E64E3FEC2DB7}">
      <dgm:prSet/>
      <dgm:spPr/>
      <dgm:t>
        <a:bodyPr/>
        <a:lstStyle/>
        <a:p>
          <a:endParaRPr lang="en-US"/>
        </a:p>
      </dgm:t>
    </dgm:pt>
    <dgm:pt modelId="{0710300B-0D98-4982-9C5F-6618F7913936}" type="sibTrans" cxnId="{6660A3AC-95A6-4F4C-A6EA-E64E3FEC2DB7}">
      <dgm:prSet/>
      <dgm:spPr/>
      <dgm:t>
        <a:bodyPr/>
        <a:lstStyle/>
        <a:p>
          <a:endParaRPr lang="en-US"/>
        </a:p>
      </dgm:t>
    </dgm:pt>
    <dgm:pt modelId="{AFAECD1B-E577-4732-979E-03CB98C268ED}" type="pres">
      <dgm:prSet presAssocID="{CB9D58BF-C6FA-401E-AEC7-CAB3D85D6DFA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9A21D1C7-3037-4AD1-998E-C9EE62E60C45}" type="pres">
      <dgm:prSet presAssocID="{DDD5FC91-A051-46DC-B18A-F7A2952FCC20}" presName="root1" presStyleCnt="0"/>
      <dgm:spPr/>
    </dgm:pt>
    <dgm:pt modelId="{A1AE05EE-853A-4D90-99E6-D7381FA1A910}" type="pres">
      <dgm:prSet presAssocID="{DDD5FC91-A051-46DC-B18A-F7A2952FCC20}" presName="LevelOneTextNode" presStyleLbl="node0" presStyleIdx="0" presStyleCnt="1">
        <dgm:presLayoutVars>
          <dgm:chPref val="3"/>
        </dgm:presLayoutVars>
      </dgm:prSet>
      <dgm:spPr/>
    </dgm:pt>
    <dgm:pt modelId="{09B9ACC1-9924-4CD0-8C07-C07E1A21109C}" type="pres">
      <dgm:prSet presAssocID="{DDD5FC91-A051-46DC-B18A-F7A2952FCC20}" presName="level2hierChild" presStyleCnt="0"/>
      <dgm:spPr/>
    </dgm:pt>
    <dgm:pt modelId="{BDAA4C21-649A-4B26-97F2-7234CDA6B32D}" type="pres">
      <dgm:prSet presAssocID="{D60D1A0A-322D-46F9-A08A-9FBE7DF57F3A}" presName="conn2-1" presStyleLbl="parChTrans1D2" presStyleIdx="0" presStyleCnt="2"/>
      <dgm:spPr/>
    </dgm:pt>
    <dgm:pt modelId="{09E2DDC4-E23C-4C0A-AE3E-5DAA3B2693A9}" type="pres">
      <dgm:prSet presAssocID="{D60D1A0A-322D-46F9-A08A-9FBE7DF57F3A}" presName="connTx" presStyleLbl="parChTrans1D2" presStyleIdx="0" presStyleCnt="2"/>
      <dgm:spPr/>
    </dgm:pt>
    <dgm:pt modelId="{E79B42A2-8D29-4E56-995D-59D88BB2F437}" type="pres">
      <dgm:prSet presAssocID="{63DDF0B6-B3E2-45A1-A249-7A242FFAF348}" presName="root2" presStyleCnt="0"/>
      <dgm:spPr/>
    </dgm:pt>
    <dgm:pt modelId="{7197AA96-605D-4ACF-B214-7881C7C4E4AA}" type="pres">
      <dgm:prSet presAssocID="{63DDF0B6-B3E2-45A1-A249-7A242FFAF348}" presName="LevelTwoTextNode" presStyleLbl="node2" presStyleIdx="0" presStyleCnt="2">
        <dgm:presLayoutVars>
          <dgm:chPref val="3"/>
        </dgm:presLayoutVars>
      </dgm:prSet>
      <dgm:spPr/>
    </dgm:pt>
    <dgm:pt modelId="{87B586F2-0C91-43E8-8098-37A278635C15}" type="pres">
      <dgm:prSet presAssocID="{63DDF0B6-B3E2-45A1-A249-7A242FFAF348}" presName="level3hierChild" presStyleCnt="0"/>
      <dgm:spPr/>
    </dgm:pt>
    <dgm:pt modelId="{F9DA1C45-8681-459B-897F-AB5E6BCDC673}" type="pres">
      <dgm:prSet presAssocID="{6D5682A4-664D-42D4-AD28-ACB77277A3EC}" presName="conn2-1" presStyleLbl="parChTrans1D2" presStyleIdx="1" presStyleCnt="2"/>
      <dgm:spPr/>
    </dgm:pt>
    <dgm:pt modelId="{D69D2BE4-C7F8-4EB5-B0B1-F119A83427E1}" type="pres">
      <dgm:prSet presAssocID="{6D5682A4-664D-42D4-AD28-ACB77277A3EC}" presName="connTx" presStyleLbl="parChTrans1D2" presStyleIdx="1" presStyleCnt="2"/>
      <dgm:spPr/>
    </dgm:pt>
    <dgm:pt modelId="{ABB54C4E-10AB-4CC6-A4D8-7F2A56656DF2}" type="pres">
      <dgm:prSet presAssocID="{E2706614-020F-4216-A9BB-1C3497DA7C75}" presName="root2" presStyleCnt="0"/>
      <dgm:spPr/>
    </dgm:pt>
    <dgm:pt modelId="{2696136E-C036-446B-BA5D-C071B8DE75EB}" type="pres">
      <dgm:prSet presAssocID="{E2706614-020F-4216-A9BB-1C3497DA7C75}" presName="LevelTwoTextNode" presStyleLbl="node2" presStyleIdx="1" presStyleCnt="2">
        <dgm:presLayoutVars>
          <dgm:chPref val="3"/>
        </dgm:presLayoutVars>
      </dgm:prSet>
      <dgm:spPr/>
    </dgm:pt>
    <dgm:pt modelId="{6666D6B6-2ADC-4686-9358-9919A9ED70A3}" type="pres">
      <dgm:prSet presAssocID="{E2706614-020F-4216-A9BB-1C3497DA7C75}" presName="level3hierChild" presStyleCnt="0"/>
      <dgm:spPr/>
    </dgm:pt>
  </dgm:ptLst>
  <dgm:cxnLst>
    <dgm:cxn modelId="{EA274E11-F4EB-48B7-A061-E4945786DA11}" type="presOf" srcId="{D60D1A0A-322D-46F9-A08A-9FBE7DF57F3A}" destId="{09E2DDC4-E23C-4C0A-AE3E-5DAA3B2693A9}" srcOrd="1" destOrd="0" presId="urn:microsoft.com/office/officeart/2005/8/layout/hierarchy2"/>
    <dgm:cxn modelId="{1102EE18-C3C7-4B34-A026-D8D4D28A91D3}" type="presOf" srcId="{DDD5FC91-A051-46DC-B18A-F7A2952FCC20}" destId="{A1AE05EE-853A-4D90-99E6-D7381FA1A910}" srcOrd="0" destOrd="0" presId="urn:microsoft.com/office/officeart/2005/8/layout/hierarchy2"/>
    <dgm:cxn modelId="{BA70712D-EDEE-4444-9BC1-839F26DB2202}" type="presOf" srcId="{63DDF0B6-B3E2-45A1-A249-7A242FFAF348}" destId="{7197AA96-605D-4ACF-B214-7881C7C4E4AA}" srcOrd="0" destOrd="0" presId="urn:microsoft.com/office/officeart/2005/8/layout/hierarchy2"/>
    <dgm:cxn modelId="{44DE5C4D-6576-4D82-8616-3C60920CCDD9}" type="presOf" srcId="{D60D1A0A-322D-46F9-A08A-9FBE7DF57F3A}" destId="{BDAA4C21-649A-4B26-97F2-7234CDA6B32D}" srcOrd="0" destOrd="0" presId="urn:microsoft.com/office/officeart/2005/8/layout/hierarchy2"/>
    <dgm:cxn modelId="{D91F6D4F-5966-4DA1-9961-9488B65E27C3}" type="presOf" srcId="{6D5682A4-664D-42D4-AD28-ACB77277A3EC}" destId="{D69D2BE4-C7F8-4EB5-B0B1-F119A83427E1}" srcOrd="1" destOrd="0" presId="urn:microsoft.com/office/officeart/2005/8/layout/hierarchy2"/>
    <dgm:cxn modelId="{43FE1977-1960-4F0B-A0E0-6C4C35C6E174}" srcId="{CB9D58BF-C6FA-401E-AEC7-CAB3D85D6DFA}" destId="{DDD5FC91-A051-46DC-B18A-F7A2952FCC20}" srcOrd="0" destOrd="0" parTransId="{ED05F7A2-4A15-4376-A1F9-80C4A6E9B36D}" sibTransId="{5724FE02-BD53-4CC3-B921-5258852D848A}"/>
    <dgm:cxn modelId="{CCC983A2-98A4-43F9-BDCF-B796EB06A1D1}" type="presOf" srcId="{E2706614-020F-4216-A9BB-1C3497DA7C75}" destId="{2696136E-C036-446B-BA5D-C071B8DE75EB}" srcOrd="0" destOrd="0" presId="urn:microsoft.com/office/officeart/2005/8/layout/hierarchy2"/>
    <dgm:cxn modelId="{6660A3AC-95A6-4F4C-A6EA-E64E3FEC2DB7}" srcId="{DDD5FC91-A051-46DC-B18A-F7A2952FCC20}" destId="{E2706614-020F-4216-A9BB-1C3497DA7C75}" srcOrd="1" destOrd="0" parTransId="{6D5682A4-664D-42D4-AD28-ACB77277A3EC}" sibTransId="{0710300B-0D98-4982-9C5F-6618F7913936}"/>
    <dgm:cxn modelId="{364B94BA-B087-4195-8FF4-4CB2A37C218A}" type="presOf" srcId="{6D5682A4-664D-42D4-AD28-ACB77277A3EC}" destId="{F9DA1C45-8681-459B-897F-AB5E6BCDC673}" srcOrd="0" destOrd="0" presId="urn:microsoft.com/office/officeart/2005/8/layout/hierarchy2"/>
    <dgm:cxn modelId="{066CDAD7-61FD-4B19-A8DE-96150650B684}" type="presOf" srcId="{CB9D58BF-C6FA-401E-AEC7-CAB3D85D6DFA}" destId="{AFAECD1B-E577-4732-979E-03CB98C268ED}" srcOrd="0" destOrd="0" presId="urn:microsoft.com/office/officeart/2005/8/layout/hierarchy2"/>
    <dgm:cxn modelId="{565F0EDC-E9DC-40A4-AF27-1D094E2483D1}" srcId="{DDD5FC91-A051-46DC-B18A-F7A2952FCC20}" destId="{63DDF0B6-B3E2-45A1-A249-7A242FFAF348}" srcOrd="0" destOrd="0" parTransId="{D60D1A0A-322D-46F9-A08A-9FBE7DF57F3A}" sibTransId="{09257CA8-FE3A-4CB0-9045-7F3B43BCEC7E}"/>
    <dgm:cxn modelId="{70282675-2F38-48EF-9FEA-BF8039C6F544}" type="presParOf" srcId="{AFAECD1B-E577-4732-979E-03CB98C268ED}" destId="{9A21D1C7-3037-4AD1-998E-C9EE62E60C45}" srcOrd="0" destOrd="0" presId="urn:microsoft.com/office/officeart/2005/8/layout/hierarchy2"/>
    <dgm:cxn modelId="{6FFF14EC-99AC-4854-A020-F874122FE82A}" type="presParOf" srcId="{9A21D1C7-3037-4AD1-998E-C9EE62E60C45}" destId="{A1AE05EE-853A-4D90-99E6-D7381FA1A910}" srcOrd="0" destOrd="0" presId="urn:microsoft.com/office/officeart/2005/8/layout/hierarchy2"/>
    <dgm:cxn modelId="{33809913-AADD-4E76-8C81-E501B9301DF9}" type="presParOf" srcId="{9A21D1C7-3037-4AD1-998E-C9EE62E60C45}" destId="{09B9ACC1-9924-4CD0-8C07-C07E1A21109C}" srcOrd="1" destOrd="0" presId="urn:microsoft.com/office/officeart/2005/8/layout/hierarchy2"/>
    <dgm:cxn modelId="{8953FB3C-F5F6-474D-ADDE-F36F9A6F5873}" type="presParOf" srcId="{09B9ACC1-9924-4CD0-8C07-C07E1A21109C}" destId="{BDAA4C21-649A-4B26-97F2-7234CDA6B32D}" srcOrd="0" destOrd="0" presId="urn:microsoft.com/office/officeart/2005/8/layout/hierarchy2"/>
    <dgm:cxn modelId="{E2770F4B-66E1-4894-80C0-B065F1D6789E}" type="presParOf" srcId="{BDAA4C21-649A-4B26-97F2-7234CDA6B32D}" destId="{09E2DDC4-E23C-4C0A-AE3E-5DAA3B2693A9}" srcOrd="0" destOrd="0" presId="urn:microsoft.com/office/officeart/2005/8/layout/hierarchy2"/>
    <dgm:cxn modelId="{729EC080-FF2F-4542-A031-ED5D70151039}" type="presParOf" srcId="{09B9ACC1-9924-4CD0-8C07-C07E1A21109C}" destId="{E79B42A2-8D29-4E56-995D-59D88BB2F437}" srcOrd="1" destOrd="0" presId="urn:microsoft.com/office/officeart/2005/8/layout/hierarchy2"/>
    <dgm:cxn modelId="{0D28C523-A6A0-4C66-90C2-A773DB817CBF}" type="presParOf" srcId="{E79B42A2-8D29-4E56-995D-59D88BB2F437}" destId="{7197AA96-605D-4ACF-B214-7881C7C4E4AA}" srcOrd="0" destOrd="0" presId="urn:microsoft.com/office/officeart/2005/8/layout/hierarchy2"/>
    <dgm:cxn modelId="{7B17E963-9B70-4695-AA54-0739A8E47865}" type="presParOf" srcId="{E79B42A2-8D29-4E56-995D-59D88BB2F437}" destId="{87B586F2-0C91-43E8-8098-37A278635C15}" srcOrd="1" destOrd="0" presId="urn:microsoft.com/office/officeart/2005/8/layout/hierarchy2"/>
    <dgm:cxn modelId="{7C14816D-8E04-4D12-A2F7-B0806CFD72B7}" type="presParOf" srcId="{09B9ACC1-9924-4CD0-8C07-C07E1A21109C}" destId="{F9DA1C45-8681-459B-897F-AB5E6BCDC673}" srcOrd="2" destOrd="0" presId="urn:microsoft.com/office/officeart/2005/8/layout/hierarchy2"/>
    <dgm:cxn modelId="{947CAAAA-0A38-43D2-91F6-ED536A2B3327}" type="presParOf" srcId="{F9DA1C45-8681-459B-897F-AB5E6BCDC673}" destId="{D69D2BE4-C7F8-4EB5-B0B1-F119A83427E1}" srcOrd="0" destOrd="0" presId="urn:microsoft.com/office/officeart/2005/8/layout/hierarchy2"/>
    <dgm:cxn modelId="{8FE0BE19-CEA0-4D20-B5A8-AA52A734966E}" type="presParOf" srcId="{09B9ACC1-9924-4CD0-8C07-C07E1A21109C}" destId="{ABB54C4E-10AB-4CC6-A4D8-7F2A56656DF2}" srcOrd="3" destOrd="0" presId="urn:microsoft.com/office/officeart/2005/8/layout/hierarchy2"/>
    <dgm:cxn modelId="{B5924404-2BF2-4EAF-9DDC-F44F9ECE211E}" type="presParOf" srcId="{ABB54C4E-10AB-4CC6-A4D8-7F2A56656DF2}" destId="{2696136E-C036-446B-BA5D-C071B8DE75EB}" srcOrd="0" destOrd="0" presId="urn:microsoft.com/office/officeart/2005/8/layout/hierarchy2"/>
    <dgm:cxn modelId="{CBEDE4CD-51EB-4136-995E-F70A3B35629D}" type="presParOf" srcId="{ABB54C4E-10AB-4CC6-A4D8-7F2A56656DF2}" destId="{6666D6B6-2ADC-4686-9358-9919A9ED70A3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EC1F88-457C-4A86-9BDD-945509D00EBF}">
      <dsp:nvSpPr>
        <dsp:cNvPr id="0" name=""/>
        <dsp:cNvSpPr/>
      </dsp:nvSpPr>
      <dsp:spPr>
        <a:xfrm>
          <a:off x="2957605" y="2352458"/>
          <a:ext cx="383014" cy="12352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91507" y="0"/>
              </a:lnTo>
              <a:lnTo>
                <a:pt x="191507" y="1235221"/>
              </a:lnTo>
              <a:lnTo>
                <a:pt x="383014" y="1235221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0AA1D4-49BE-4530-A402-4E2CF73EDF9B}">
      <dsp:nvSpPr>
        <dsp:cNvPr id="0" name=""/>
        <dsp:cNvSpPr/>
      </dsp:nvSpPr>
      <dsp:spPr>
        <a:xfrm>
          <a:off x="2957605" y="2352458"/>
          <a:ext cx="383014" cy="4117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91507" y="0"/>
              </a:lnTo>
              <a:lnTo>
                <a:pt x="191507" y="411740"/>
              </a:lnTo>
              <a:lnTo>
                <a:pt x="383014" y="411740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D9D549-1B64-48E6-BF2E-0B8F8994C2CA}">
      <dsp:nvSpPr>
        <dsp:cNvPr id="0" name=""/>
        <dsp:cNvSpPr/>
      </dsp:nvSpPr>
      <dsp:spPr>
        <a:xfrm>
          <a:off x="2957605" y="1940718"/>
          <a:ext cx="383014" cy="411740"/>
        </a:xfrm>
        <a:custGeom>
          <a:avLst/>
          <a:gdLst/>
          <a:ahLst/>
          <a:cxnLst/>
          <a:rect l="0" t="0" r="0" b="0"/>
          <a:pathLst>
            <a:path>
              <a:moveTo>
                <a:pt x="0" y="411740"/>
              </a:moveTo>
              <a:lnTo>
                <a:pt x="191507" y="411740"/>
              </a:lnTo>
              <a:lnTo>
                <a:pt x="191507" y="0"/>
              </a:lnTo>
              <a:lnTo>
                <a:pt x="383014" y="0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E29088-FBAD-4820-9523-E0B332A6CCFF}">
      <dsp:nvSpPr>
        <dsp:cNvPr id="0" name=""/>
        <dsp:cNvSpPr/>
      </dsp:nvSpPr>
      <dsp:spPr>
        <a:xfrm>
          <a:off x="5255691" y="1117237"/>
          <a:ext cx="383014" cy="8234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91507" y="0"/>
              </a:lnTo>
              <a:lnTo>
                <a:pt x="191507" y="823480"/>
              </a:lnTo>
              <a:lnTo>
                <a:pt x="383014" y="823480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B625D2B-79EB-4B45-84FA-76AF2204C4B0}">
      <dsp:nvSpPr>
        <dsp:cNvPr id="0" name=""/>
        <dsp:cNvSpPr/>
      </dsp:nvSpPr>
      <dsp:spPr>
        <a:xfrm>
          <a:off x="5255691" y="1071517"/>
          <a:ext cx="38301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83014" y="45720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77A212-498F-4A83-9976-8AFA3FCB83AF}">
      <dsp:nvSpPr>
        <dsp:cNvPr id="0" name=""/>
        <dsp:cNvSpPr/>
      </dsp:nvSpPr>
      <dsp:spPr>
        <a:xfrm>
          <a:off x="5255691" y="293756"/>
          <a:ext cx="383014" cy="823480"/>
        </a:xfrm>
        <a:custGeom>
          <a:avLst/>
          <a:gdLst/>
          <a:ahLst/>
          <a:cxnLst/>
          <a:rect l="0" t="0" r="0" b="0"/>
          <a:pathLst>
            <a:path>
              <a:moveTo>
                <a:pt x="0" y="823480"/>
              </a:moveTo>
              <a:lnTo>
                <a:pt x="191507" y="823480"/>
              </a:lnTo>
              <a:lnTo>
                <a:pt x="191507" y="0"/>
              </a:lnTo>
              <a:lnTo>
                <a:pt x="383014" y="0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4F52AB-449E-4D8B-A157-A09EC1C97349}">
      <dsp:nvSpPr>
        <dsp:cNvPr id="0" name=""/>
        <dsp:cNvSpPr/>
      </dsp:nvSpPr>
      <dsp:spPr>
        <a:xfrm>
          <a:off x="2957605" y="1117237"/>
          <a:ext cx="383014" cy="1235221"/>
        </a:xfrm>
        <a:custGeom>
          <a:avLst/>
          <a:gdLst/>
          <a:ahLst/>
          <a:cxnLst/>
          <a:rect l="0" t="0" r="0" b="0"/>
          <a:pathLst>
            <a:path>
              <a:moveTo>
                <a:pt x="0" y="1235221"/>
              </a:moveTo>
              <a:lnTo>
                <a:pt x="191507" y="1235221"/>
              </a:lnTo>
              <a:lnTo>
                <a:pt x="191507" y="0"/>
              </a:lnTo>
              <a:lnTo>
                <a:pt x="383014" y="0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B4B432-BC5E-45BE-A073-0A4DA1B4E380}">
      <dsp:nvSpPr>
        <dsp:cNvPr id="0" name=""/>
        <dsp:cNvSpPr/>
      </dsp:nvSpPr>
      <dsp:spPr>
        <a:xfrm>
          <a:off x="1042533" y="2060410"/>
          <a:ext cx="1915071" cy="5840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latin typeface="Times New Roman" panose="02020603050405020304" pitchFamily="18" charset="0"/>
              <a:cs typeface="Times New Roman" panose="02020603050405020304" pitchFamily="18" charset="0"/>
            </a:rPr>
            <a:t>ML </a:t>
          </a:r>
        </a:p>
      </dsp:txBody>
      <dsp:txXfrm>
        <a:off x="1042533" y="2060410"/>
        <a:ext cx="1915071" cy="584096"/>
      </dsp:txXfrm>
    </dsp:sp>
    <dsp:sp modelId="{E19E3E6E-1530-4C17-8659-8B984DF44400}">
      <dsp:nvSpPr>
        <dsp:cNvPr id="0" name=""/>
        <dsp:cNvSpPr/>
      </dsp:nvSpPr>
      <dsp:spPr>
        <a:xfrm>
          <a:off x="3340620" y="825189"/>
          <a:ext cx="1915071" cy="5840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noProof="0" dirty="0">
              <a:latin typeface="Times New Roman" panose="02020603050405020304" pitchFamily="18" charset="0"/>
              <a:cs typeface="Times New Roman" panose="02020603050405020304" pitchFamily="18" charset="0"/>
            </a:rPr>
            <a:t>Supervised</a:t>
          </a:r>
          <a:endParaRPr lang="en-US" sz="2000" kern="1200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340620" y="825189"/>
        <a:ext cx="1915071" cy="584096"/>
      </dsp:txXfrm>
    </dsp:sp>
    <dsp:sp modelId="{C8C41819-FB1C-4890-8905-8056FE2D9CF4}">
      <dsp:nvSpPr>
        <dsp:cNvPr id="0" name=""/>
        <dsp:cNvSpPr/>
      </dsp:nvSpPr>
      <dsp:spPr>
        <a:xfrm>
          <a:off x="5638706" y="1708"/>
          <a:ext cx="1915071" cy="5840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latin typeface="Times New Roman" panose="02020603050405020304" pitchFamily="18" charset="0"/>
              <a:cs typeface="Times New Roman" panose="02020603050405020304" pitchFamily="18" charset="0"/>
            </a:rPr>
            <a:t>Regression</a:t>
          </a:r>
        </a:p>
      </dsp:txBody>
      <dsp:txXfrm>
        <a:off x="5638706" y="1708"/>
        <a:ext cx="1915071" cy="584096"/>
      </dsp:txXfrm>
    </dsp:sp>
    <dsp:sp modelId="{D3BDF6E2-4544-4FAC-860C-5F00189EDCD9}">
      <dsp:nvSpPr>
        <dsp:cNvPr id="0" name=""/>
        <dsp:cNvSpPr/>
      </dsp:nvSpPr>
      <dsp:spPr>
        <a:xfrm>
          <a:off x="5638706" y="825189"/>
          <a:ext cx="1915071" cy="5840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latin typeface="Times New Roman" panose="02020603050405020304" pitchFamily="18" charset="0"/>
              <a:cs typeface="Times New Roman" panose="02020603050405020304" pitchFamily="18" charset="0"/>
            </a:rPr>
            <a:t>Binary classification </a:t>
          </a:r>
        </a:p>
      </dsp:txBody>
      <dsp:txXfrm>
        <a:off x="5638706" y="825189"/>
        <a:ext cx="1915071" cy="584096"/>
      </dsp:txXfrm>
    </dsp:sp>
    <dsp:sp modelId="{EDA2DA6F-C767-45C5-8788-D5C2E850B56B}">
      <dsp:nvSpPr>
        <dsp:cNvPr id="0" name=""/>
        <dsp:cNvSpPr/>
      </dsp:nvSpPr>
      <dsp:spPr>
        <a:xfrm>
          <a:off x="5638706" y="1648670"/>
          <a:ext cx="1915071" cy="5840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latin typeface="Times New Roman" panose="02020603050405020304" pitchFamily="18" charset="0"/>
              <a:cs typeface="Times New Roman" panose="02020603050405020304" pitchFamily="18" charset="0"/>
            </a:rPr>
            <a:t>Multi class classification </a:t>
          </a:r>
        </a:p>
      </dsp:txBody>
      <dsp:txXfrm>
        <a:off x="5638706" y="1648670"/>
        <a:ext cx="1915071" cy="584096"/>
      </dsp:txXfrm>
    </dsp:sp>
    <dsp:sp modelId="{7DC2D7F2-DE01-401E-B5CB-64857A3284FD}">
      <dsp:nvSpPr>
        <dsp:cNvPr id="0" name=""/>
        <dsp:cNvSpPr/>
      </dsp:nvSpPr>
      <dsp:spPr>
        <a:xfrm>
          <a:off x="3340620" y="1648670"/>
          <a:ext cx="1915071" cy="5840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noProof="0" dirty="0">
              <a:latin typeface="Times New Roman" panose="02020603050405020304" pitchFamily="18" charset="0"/>
              <a:cs typeface="Times New Roman" panose="02020603050405020304" pitchFamily="18" charset="0"/>
            </a:rPr>
            <a:t>Unsupervised</a:t>
          </a:r>
          <a:endParaRPr lang="en-US" sz="2000" kern="1200" noProof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340620" y="1648670"/>
        <a:ext cx="1915071" cy="584096"/>
      </dsp:txXfrm>
    </dsp:sp>
    <dsp:sp modelId="{F80E0ED1-21BF-46F9-A788-FD096D472D9E}">
      <dsp:nvSpPr>
        <dsp:cNvPr id="0" name=""/>
        <dsp:cNvSpPr/>
      </dsp:nvSpPr>
      <dsp:spPr>
        <a:xfrm>
          <a:off x="3340620" y="2472150"/>
          <a:ext cx="1915071" cy="5840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latin typeface="Times New Roman" panose="02020603050405020304" pitchFamily="18" charset="0"/>
              <a:cs typeface="Times New Roman" panose="02020603050405020304" pitchFamily="18" charset="0"/>
            </a:rPr>
            <a:t>Reinforcement </a:t>
          </a:r>
        </a:p>
      </dsp:txBody>
      <dsp:txXfrm>
        <a:off x="3340620" y="2472150"/>
        <a:ext cx="1915071" cy="584096"/>
      </dsp:txXfrm>
    </dsp:sp>
    <dsp:sp modelId="{F27EDAD8-8964-4123-B380-BA22BE60CDA2}">
      <dsp:nvSpPr>
        <dsp:cNvPr id="0" name=""/>
        <dsp:cNvSpPr/>
      </dsp:nvSpPr>
      <dsp:spPr>
        <a:xfrm>
          <a:off x="3340620" y="3295631"/>
          <a:ext cx="1915071" cy="5840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>
              <a:latin typeface="Times New Roman" panose="02020603050405020304" pitchFamily="18" charset="0"/>
              <a:cs typeface="Times New Roman" panose="02020603050405020304" pitchFamily="18" charset="0"/>
            </a:rPr>
            <a:t>Generative AI</a:t>
          </a:r>
        </a:p>
      </dsp:txBody>
      <dsp:txXfrm>
        <a:off x="3340620" y="3295631"/>
        <a:ext cx="1915071" cy="5840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AF37A4-94D4-44E5-A96D-CDD818A52D01}">
      <dsp:nvSpPr>
        <dsp:cNvPr id="0" name=""/>
        <dsp:cNvSpPr/>
      </dsp:nvSpPr>
      <dsp:spPr>
        <a:xfrm>
          <a:off x="0" y="473898"/>
          <a:ext cx="8596312" cy="73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7B8DC4-462D-4975-AD75-36E3C07EAEDB}">
      <dsp:nvSpPr>
        <dsp:cNvPr id="0" name=""/>
        <dsp:cNvSpPr/>
      </dsp:nvSpPr>
      <dsp:spPr>
        <a:xfrm>
          <a:off x="429815" y="45858"/>
          <a:ext cx="6017418" cy="856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444" tIns="0" rIns="227444" bIns="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noProof="0" dirty="0"/>
            <a:t>Learning rate</a:t>
          </a:r>
        </a:p>
      </dsp:txBody>
      <dsp:txXfrm>
        <a:off x="471605" y="87648"/>
        <a:ext cx="5933838" cy="772500"/>
      </dsp:txXfrm>
    </dsp:sp>
    <dsp:sp modelId="{D1B25F46-4238-4D8B-ADB4-2AA80E83E0D7}">
      <dsp:nvSpPr>
        <dsp:cNvPr id="0" name=""/>
        <dsp:cNvSpPr/>
      </dsp:nvSpPr>
      <dsp:spPr>
        <a:xfrm>
          <a:off x="0" y="1789338"/>
          <a:ext cx="8596312" cy="73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118936-36A7-4C19-8725-DB85C1611D4F}">
      <dsp:nvSpPr>
        <dsp:cNvPr id="0" name=""/>
        <dsp:cNvSpPr/>
      </dsp:nvSpPr>
      <dsp:spPr>
        <a:xfrm>
          <a:off x="429815" y="1361298"/>
          <a:ext cx="6017418" cy="856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444" tIns="0" rIns="227444" bIns="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noProof="0" dirty="0"/>
            <a:t>Batch size</a:t>
          </a:r>
        </a:p>
      </dsp:txBody>
      <dsp:txXfrm>
        <a:off x="471605" y="1403088"/>
        <a:ext cx="5933838" cy="772500"/>
      </dsp:txXfrm>
    </dsp:sp>
    <dsp:sp modelId="{0C4B07BD-AF2A-4017-8667-D80D13888C4E}">
      <dsp:nvSpPr>
        <dsp:cNvPr id="0" name=""/>
        <dsp:cNvSpPr/>
      </dsp:nvSpPr>
      <dsp:spPr>
        <a:xfrm>
          <a:off x="0" y="3104778"/>
          <a:ext cx="8596312" cy="73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60D806-8D38-482D-88FB-D5DFA4FE9A53}">
      <dsp:nvSpPr>
        <dsp:cNvPr id="0" name=""/>
        <dsp:cNvSpPr/>
      </dsp:nvSpPr>
      <dsp:spPr>
        <a:xfrm>
          <a:off x="429815" y="2676738"/>
          <a:ext cx="6017418" cy="856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444" tIns="0" rIns="227444" bIns="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noProof="0" dirty="0"/>
            <a:t>Epochs</a:t>
          </a:r>
        </a:p>
      </dsp:txBody>
      <dsp:txXfrm>
        <a:off x="471605" y="2718528"/>
        <a:ext cx="5933838" cy="7725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34906C-F68A-40EB-A028-B1BA66C52CF5}">
      <dsp:nvSpPr>
        <dsp:cNvPr id="0" name=""/>
        <dsp:cNvSpPr/>
      </dsp:nvSpPr>
      <dsp:spPr>
        <a:xfrm>
          <a:off x="1773916" y="502236"/>
          <a:ext cx="1743614" cy="87180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Positive </a:t>
          </a:r>
        </a:p>
      </dsp:txBody>
      <dsp:txXfrm>
        <a:off x="1799450" y="527770"/>
        <a:ext cx="1692546" cy="820739"/>
      </dsp:txXfrm>
    </dsp:sp>
    <dsp:sp modelId="{2B0085A7-9D7D-4441-A463-C73E5831E2BC}">
      <dsp:nvSpPr>
        <dsp:cNvPr id="0" name=""/>
        <dsp:cNvSpPr/>
      </dsp:nvSpPr>
      <dsp:spPr>
        <a:xfrm rot="19457599">
          <a:off x="3436800" y="667280"/>
          <a:ext cx="858907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858907" y="20214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44781" y="666023"/>
        <a:ext cx="42945" cy="42945"/>
      </dsp:txXfrm>
    </dsp:sp>
    <dsp:sp modelId="{C4C05E9C-834A-48CD-9D93-3B42D22F0451}">
      <dsp:nvSpPr>
        <dsp:cNvPr id="0" name=""/>
        <dsp:cNvSpPr/>
      </dsp:nvSpPr>
      <dsp:spPr>
        <a:xfrm>
          <a:off x="4214976" y="947"/>
          <a:ext cx="2607418" cy="87180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True positive</a:t>
          </a:r>
        </a:p>
      </dsp:txBody>
      <dsp:txXfrm>
        <a:off x="4240510" y="26481"/>
        <a:ext cx="2556350" cy="820739"/>
      </dsp:txXfrm>
    </dsp:sp>
    <dsp:sp modelId="{7DFCE56A-6D7C-4673-A025-D2A34BF17DCC}">
      <dsp:nvSpPr>
        <dsp:cNvPr id="0" name=""/>
        <dsp:cNvSpPr/>
      </dsp:nvSpPr>
      <dsp:spPr>
        <a:xfrm rot="2142401">
          <a:off x="3436800" y="1168569"/>
          <a:ext cx="858907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858907" y="20214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44781" y="1167312"/>
        <a:ext cx="42945" cy="42945"/>
      </dsp:txXfrm>
    </dsp:sp>
    <dsp:sp modelId="{24589839-7A37-47F0-8795-8648059722DF}">
      <dsp:nvSpPr>
        <dsp:cNvPr id="0" name=""/>
        <dsp:cNvSpPr/>
      </dsp:nvSpPr>
      <dsp:spPr>
        <a:xfrm>
          <a:off x="4214976" y="1003525"/>
          <a:ext cx="2607418" cy="87180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False positive </a:t>
          </a:r>
        </a:p>
      </dsp:txBody>
      <dsp:txXfrm>
        <a:off x="4240510" y="1029059"/>
        <a:ext cx="2556350" cy="820739"/>
      </dsp:txXfrm>
    </dsp:sp>
    <dsp:sp modelId="{70F7BCAA-EB96-4B5B-899C-CE5657975C1E}">
      <dsp:nvSpPr>
        <dsp:cNvPr id="0" name=""/>
        <dsp:cNvSpPr/>
      </dsp:nvSpPr>
      <dsp:spPr>
        <a:xfrm>
          <a:off x="1773916" y="2507393"/>
          <a:ext cx="1743614" cy="87180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Negative </a:t>
          </a:r>
        </a:p>
      </dsp:txBody>
      <dsp:txXfrm>
        <a:off x="1799450" y="2532927"/>
        <a:ext cx="1692546" cy="820739"/>
      </dsp:txXfrm>
    </dsp:sp>
    <dsp:sp modelId="{E3D93DCF-F8B0-4030-8DA2-C22156908DA7}">
      <dsp:nvSpPr>
        <dsp:cNvPr id="0" name=""/>
        <dsp:cNvSpPr/>
      </dsp:nvSpPr>
      <dsp:spPr>
        <a:xfrm rot="19457599">
          <a:off x="3436800" y="2672437"/>
          <a:ext cx="858907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858907" y="20214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44781" y="2671179"/>
        <a:ext cx="42945" cy="42945"/>
      </dsp:txXfrm>
    </dsp:sp>
    <dsp:sp modelId="{DAF2FF5B-DE6D-46F5-AC69-42DB43CF87E1}">
      <dsp:nvSpPr>
        <dsp:cNvPr id="0" name=""/>
        <dsp:cNvSpPr/>
      </dsp:nvSpPr>
      <dsp:spPr>
        <a:xfrm>
          <a:off x="4214976" y="2006104"/>
          <a:ext cx="2607418" cy="87180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True negative </a:t>
          </a:r>
        </a:p>
      </dsp:txBody>
      <dsp:txXfrm>
        <a:off x="4240510" y="2031638"/>
        <a:ext cx="2556350" cy="820739"/>
      </dsp:txXfrm>
    </dsp:sp>
    <dsp:sp modelId="{1582E294-506E-49B4-9DFF-17719F6FF78D}">
      <dsp:nvSpPr>
        <dsp:cNvPr id="0" name=""/>
        <dsp:cNvSpPr/>
      </dsp:nvSpPr>
      <dsp:spPr>
        <a:xfrm rot="2142401">
          <a:off x="3436800" y="3173726"/>
          <a:ext cx="858907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858907" y="20214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44781" y="3172468"/>
        <a:ext cx="42945" cy="42945"/>
      </dsp:txXfrm>
    </dsp:sp>
    <dsp:sp modelId="{E81A0EC5-5352-4986-9AF1-1AB232D7E714}">
      <dsp:nvSpPr>
        <dsp:cNvPr id="0" name=""/>
        <dsp:cNvSpPr/>
      </dsp:nvSpPr>
      <dsp:spPr>
        <a:xfrm>
          <a:off x="4214976" y="3008682"/>
          <a:ext cx="2585640" cy="87180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False negative </a:t>
          </a:r>
        </a:p>
      </dsp:txBody>
      <dsp:txXfrm>
        <a:off x="4240510" y="3034216"/>
        <a:ext cx="2534572" cy="82073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AE05EE-853A-4D90-99E6-D7381FA1A910}">
      <dsp:nvSpPr>
        <dsp:cNvPr id="0" name=""/>
        <dsp:cNvSpPr/>
      </dsp:nvSpPr>
      <dsp:spPr>
        <a:xfrm>
          <a:off x="4316" y="1046168"/>
          <a:ext cx="3578199" cy="17890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28575" rIns="28575" bIns="28575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 dirty="0"/>
            <a:t>Classification </a:t>
          </a:r>
        </a:p>
      </dsp:txBody>
      <dsp:txXfrm>
        <a:off x="56717" y="1098569"/>
        <a:ext cx="3473397" cy="1684297"/>
      </dsp:txXfrm>
    </dsp:sp>
    <dsp:sp modelId="{BDAA4C21-649A-4B26-97F2-7234CDA6B32D}">
      <dsp:nvSpPr>
        <dsp:cNvPr id="0" name=""/>
        <dsp:cNvSpPr/>
      </dsp:nvSpPr>
      <dsp:spPr>
        <a:xfrm rot="19457599">
          <a:off x="3416842" y="1384867"/>
          <a:ext cx="1762626" cy="82968"/>
        </a:xfrm>
        <a:custGeom>
          <a:avLst/>
          <a:gdLst/>
          <a:ahLst/>
          <a:cxnLst/>
          <a:rect l="0" t="0" r="0" b="0"/>
          <a:pathLst>
            <a:path>
              <a:moveTo>
                <a:pt x="0" y="41484"/>
              </a:moveTo>
              <a:lnTo>
                <a:pt x="1762626" y="41484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4254090" y="1382286"/>
        <a:ext cx="88131" cy="88131"/>
      </dsp:txXfrm>
    </dsp:sp>
    <dsp:sp modelId="{7197AA96-605D-4ACF-B214-7881C7C4E4AA}">
      <dsp:nvSpPr>
        <dsp:cNvPr id="0" name=""/>
        <dsp:cNvSpPr/>
      </dsp:nvSpPr>
      <dsp:spPr>
        <a:xfrm>
          <a:off x="5013795" y="17436"/>
          <a:ext cx="3578199" cy="17890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28575" rIns="28575" bIns="28575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 dirty="0"/>
            <a:t>binary</a:t>
          </a:r>
        </a:p>
      </dsp:txBody>
      <dsp:txXfrm>
        <a:off x="5066196" y="69837"/>
        <a:ext cx="3473397" cy="1684297"/>
      </dsp:txXfrm>
    </dsp:sp>
    <dsp:sp modelId="{F9DA1C45-8681-459B-897F-AB5E6BCDC673}">
      <dsp:nvSpPr>
        <dsp:cNvPr id="0" name=""/>
        <dsp:cNvSpPr/>
      </dsp:nvSpPr>
      <dsp:spPr>
        <a:xfrm rot="2142401">
          <a:off x="3416842" y="2413600"/>
          <a:ext cx="1762626" cy="82968"/>
        </a:xfrm>
        <a:custGeom>
          <a:avLst/>
          <a:gdLst/>
          <a:ahLst/>
          <a:cxnLst/>
          <a:rect l="0" t="0" r="0" b="0"/>
          <a:pathLst>
            <a:path>
              <a:moveTo>
                <a:pt x="0" y="41484"/>
              </a:moveTo>
              <a:lnTo>
                <a:pt x="1762626" y="41484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4254090" y="2411019"/>
        <a:ext cx="88131" cy="88131"/>
      </dsp:txXfrm>
    </dsp:sp>
    <dsp:sp modelId="{2696136E-C036-446B-BA5D-C071B8DE75EB}">
      <dsp:nvSpPr>
        <dsp:cNvPr id="0" name=""/>
        <dsp:cNvSpPr/>
      </dsp:nvSpPr>
      <dsp:spPr>
        <a:xfrm>
          <a:off x="5013795" y="2074900"/>
          <a:ext cx="3578199" cy="17890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28575" rIns="28575" bIns="28575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b="1" i="0" kern="1200"/>
            <a:t>Multi-Class</a:t>
          </a:r>
          <a:endParaRPr lang="en-US" sz="4500" kern="1200" dirty="0"/>
        </a:p>
      </dsp:txBody>
      <dsp:txXfrm>
        <a:off x="5066196" y="2127301"/>
        <a:ext cx="3473397" cy="16842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93387-6F1E-47DE-BD71-BE6A65452FA3}" type="datetimeFigureOut">
              <a:rPr lang="en-US" smtClean="0"/>
              <a:t>27/10/2025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3A6F4-A2D9-4376-8A6E-AFB36723B8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888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93387-6F1E-47DE-BD71-BE6A65452FA3}" type="datetimeFigureOut">
              <a:rPr lang="en-US" smtClean="0"/>
              <a:t>27/10/2025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3A6F4-A2D9-4376-8A6E-AFB36723B8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884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93387-6F1E-47DE-BD71-BE6A65452FA3}" type="datetimeFigureOut">
              <a:rPr lang="en-US" smtClean="0"/>
              <a:t>27/10/2025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3A6F4-A2D9-4376-8A6E-AFB36723B8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681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93387-6F1E-47DE-BD71-BE6A65452FA3}" type="datetimeFigureOut">
              <a:rPr lang="en-US" smtClean="0"/>
              <a:t>27/10/2025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3A6F4-A2D9-4376-8A6E-AFB36723B8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02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93387-6F1E-47DE-BD71-BE6A65452FA3}" type="datetimeFigureOut">
              <a:rPr lang="en-US" smtClean="0"/>
              <a:t>27/10/2025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3A6F4-A2D9-4376-8A6E-AFB36723B8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005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93387-6F1E-47DE-BD71-BE6A65452FA3}" type="datetimeFigureOut">
              <a:rPr lang="en-US" smtClean="0"/>
              <a:t>27/10/2025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3A6F4-A2D9-4376-8A6E-AFB36723B8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70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93387-6F1E-47DE-BD71-BE6A65452FA3}" type="datetimeFigureOut">
              <a:rPr lang="en-US" smtClean="0"/>
              <a:t>27/10/2025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3A6F4-A2D9-4376-8A6E-AFB36723B8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843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93387-6F1E-47DE-BD71-BE6A65452FA3}" type="datetimeFigureOut">
              <a:rPr lang="en-US" smtClean="0"/>
              <a:t>27/10/2025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3A6F4-A2D9-4376-8A6E-AFB36723B8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413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3A6F4-A2D9-4376-8A6E-AFB36723B8A8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93387-6F1E-47DE-BD71-BE6A65452FA3}" type="datetimeFigureOut">
              <a:rPr lang="en-US" smtClean="0"/>
              <a:t>27/10/2025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652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93387-6F1E-47DE-BD71-BE6A65452FA3}" type="datetimeFigureOut">
              <a:rPr lang="en-US" smtClean="0"/>
              <a:t>27/10/2025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3A6F4-A2D9-4376-8A6E-AFB36723B8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91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93387-6F1E-47DE-BD71-BE6A65452FA3}" type="datetimeFigureOut">
              <a:rPr lang="en-US" smtClean="0"/>
              <a:t>27/10/2025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3A6F4-A2D9-4376-8A6E-AFB36723B8A8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343776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93387-6F1E-47DE-BD71-BE6A65452FA3}" type="datetimeFigureOut">
              <a:rPr lang="en-US" smtClean="0"/>
              <a:t>27/10/2025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3A6F4-A2D9-4376-8A6E-AFB36723B8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6752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93387-6F1E-47DE-BD71-BE6A65452FA3}" type="datetimeFigureOut">
              <a:rPr lang="en-US" smtClean="0"/>
              <a:t>27/10/2025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3A6F4-A2D9-4376-8A6E-AFB36723B8A8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737523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93387-6F1E-47DE-BD71-BE6A65452FA3}" type="datetimeFigureOut">
              <a:rPr lang="en-US" smtClean="0"/>
              <a:t>27/10/2025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3A6F4-A2D9-4376-8A6E-AFB36723B8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4886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93387-6F1E-47DE-BD71-BE6A65452FA3}" type="datetimeFigureOut">
              <a:rPr lang="en-US" smtClean="0"/>
              <a:t>27/10/2025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3A6F4-A2D9-4376-8A6E-AFB36723B8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4333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93387-6F1E-47DE-BD71-BE6A65452FA3}" type="datetimeFigureOut">
              <a:rPr lang="en-US" smtClean="0"/>
              <a:t>27/10/2025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3A6F4-A2D9-4376-8A6E-AFB36723B8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319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E93387-6F1E-47DE-BD71-BE6A65452FA3}" type="datetimeFigureOut">
              <a:rPr lang="en-US" smtClean="0"/>
              <a:t>27/10/2025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FC3A6F4-A2D9-4376-8A6E-AFB36723B8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826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F3A73-0F13-5DEC-1372-AA609FCE6B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1984016"/>
            <a:ext cx="7766936" cy="1249041"/>
          </a:xfrm>
        </p:spPr>
        <p:txBody>
          <a:bodyPr/>
          <a:lstStyle/>
          <a:p>
            <a:pPr algn="ctr"/>
            <a:r>
              <a:rPr lang="en-US" noProof="0" dirty="0"/>
              <a:t>ML Models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4F1240-AA9B-2292-B714-9BAD145491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3624944"/>
            <a:ext cx="7766936" cy="1249041"/>
          </a:xfrm>
        </p:spPr>
        <p:txBody>
          <a:bodyPr>
            <a:normAutofit lnSpcReduction="10000"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Prepared by: khaled Almir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Supervisor: Dr. Natasha Alkhatib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Position: AI Red team intern at VersifAI</a:t>
            </a:r>
          </a:p>
          <a:p>
            <a:pPr algn="l"/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F1EE3A-D6F5-142D-57BC-6B20553710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1317" y="0"/>
            <a:ext cx="2344511" cy="2344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404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50212-35CA-A7D9-7966-B08C0A0AB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68829"/>
          </a:xfrm>
        </p:spPr>
        <p:txBody>
          <a:bodyPr/>
          <a:lstStyle/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ML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B8270-312A-1739-D22F-13D945B407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78429"/>
            <a:ext cx="8596668" cy="4462933"/>
          </a:xfrm>
        </p:spPr>
        <p:txBody>
          <a:bodyPr/>
          <a:lstStyle/>
          <a:p>
            <a:r>
              <a:rPr 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is a field of Artificial Intelligence (AI)</a:t>
            </a:r>
          </a:p>
          <a:p>
            <a:r>
              <a:rPr 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ML is the process of training a piece of software, called a model to make useful predictions or generate content (like text, images ..) from data.</a:t>
            </a:r>
          </a:p>
          <a:p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9BF78E-A107-3896-CE6B-8C0B20E4E7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1106" y="3005044"/>
            <a:ext cx="7628465" cy="2807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290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B86BF-7DC9-881B-68A3-3E6B84516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79714"/>
          </a:xfrm>
        </p:spPr>
        <p:txBody>
          <a:bodyPr/>
          <a:lstStyle/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 Machine Learning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AA683-F682-DBFC-25D0-34A451DA0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39687"/>
            <a:ext cx="8596668" cy="4201676"/>
          </a:xfrm>
        </p:spPr>
        <p:txBody>
          <a:bodyPr/>
          <a:lstStyle/>
          <a:p>
            <a:r>
              <a:rPr lang="en-US" noProof="0" dirty="0"/>
              <a:t>A machine learning model represents the relationship discovered between the input data (features) and the output (label or target).</a:t>
            </a:r>
          </a:p>
          <a:p>
            <a:r>
              <a:rPr lang="en-US" noProof="0" dirty="0"/>
              <a:t>During training, the model learns from data and can then predict or decide on new inputs.</a:t>
            </a:r>
          </a:p>
          <a:p>
            <a:r>
              <a:rPr lang="en-US" noProof="0" dirty="0"/>
              <a:t>Example;</a:t>
            </a:r>
          </a:p>
          <a:p>
            <a:pPr lvl="1"/>
            <a:r>
              <a:rPr lang="en-US" b="1" noProof="0" dirty="0"/>
              <a:t>Input (X):</a:t>
            </a:r>
            <a:r>
              <a:rPr lang="en-US" noProof="0" dirty="0"/>
              <a:t> House size, number of rooms, location</a:t>
            </a:r>
          </a:p>
          <a:p>
            <a:pPr lvl="1"/>
            <a:r>
              <a:rPr lang="en-US" b="1" noProof="0" dirty="0"/>
              <a:t>Label (Y):</a:t>
            </a:r>
            <a:r>
              <a:rPr lang="en-US" noProof="0" dirty="0"/>
              <a:t> House price</a:t>
            </a:r>
          </a:p>
          <a:p>
            <a:pPr lvl="1"/>
            <a:r>
              <a:rPr lang="en-US" noProof="0" dirty="0"/>
              <a:t>The ML model learns the </a:t>
            </a:r>
            <a:r>
              <a:rPr lang="en-US" b="1" noProof="0" dirty="0"/>
              <a:t>mathematical relationship</a:t>
            </a:r>
            <a:r>
              <a:rPr lang="en-US" noProof="0" dirty="0"/>
              <a:t> between these features and the price.</a:t>
            </a:r>
          </a:p>
          <a:p>
            <a:pPr lvl="1"/>
            <a:r>
              <a:rPr lang="en-US" noProof="0" dirty="0"/>
              <a:t>Then it can </a:t>
            </a:r>
            <a:r>
              <a:rPr lang="en-US" b="1" noProof="0" dirty="0"/>
              <a:t>predict the price</a:t>
            </a:r>
            <a:r>
              <a:rPr lang="en-US" noProof="0" dirty="0"/>
              <a:t> of a new house based on its features.</a:t>
            </a:r>
          </a:p>
          <a:p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61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656A2-E7B1-E1F0-B8CF-73BB5589D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Type of ML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7F661A9-01F9-CC20-0DA8-3B3563F7EC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0984139"/>
              </p:ext>
            </p:extLst>
          </p:nvPr>
        </p:nvGraphicFramePr>
        <p:xfrm>
          <a:off x="677863" y="2160588"/>
          <a:ext cx="8596312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44714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997C8-CE07-9C83-38DC-43F40BA33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E9450-FFDC-0E02-F352-A798819BD1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 Learning is a type of ML where the model learns from labeled data to predict outputs for new inputs.</a:t>
            </a:r>
          </a:p>
          <a:p>
            <a:r>
              <a:rPr lang="en-US" sz="20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Concepts:</a:t>
            </a:r>
          </a:p>
          <a:p>
            <a:pPr lvl="1"/>
            <a:r>
              <a:rPr lang="en-US" sz="20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Dataset: Collection of examples (features + label)</a:t>
            </a:r>
          </a:p>
          <a:p>
            <a:pPr lvl="1"/>
            <a:r>
              <a:rPr lang="en-US" sz="20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Features: Input values</a:t>
            </a:r>
          </a:p>
          <a:p>
            <a:pPr lvl="1"/>
            <a:r>
              <a:rPr lang="en-US" sz="20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Label: Output value the model predicts </a:t>
            </a:r>
          </a:p>
          <a:p>
            <a:pPr lvl="1"/>
            <a:r>
              <a:rPr lang="en-US" sz="20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Labeled Examples: Have features &amp; label</a:t>
            </a:r>
          </a:p>
          <a:p>
            <a:endParaRPr lang="en-US" noProof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16285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0FDBB-C8DB-82F3-0766-AD3440923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066800"/>
          </a:xfrm>
        </p:spPr>
        <p:txBody>
          <a:bodyPr/>
          <a:lstStyle/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D1061-801E-BA0A-7929-B0ED929310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28801"/>
            <a:ext cx="8596668" cy="4212562"/>
          </a:xfrm>
        </p:spPr>
        <p:txBody>
          <a:bodyPr/>
          <a:lstStyle/>
          <a:p>
            <a:r>
              <a:rPr lang="en-US" sz="20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 is a statistical technique that models the relationship between features and a numerical label (output).</a:t>
            </a:r>
          </a:p>
          <a:p>
            <a:pPr marL="0" indent="0">
              <a:buNone/>
            </a:pPr>
            <a:endParaRPr lang="en-US" noProof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noProof="0" dirty="0"/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F18E2FE2-8596-4FCF-D377-917A371ACC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340429" cy="2340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AF38AF-C922-D0FB-947C-CBFFCF9AF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1357" y="2721531"/>
            <a:ext cx="6902157" cy="3450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924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DD1AE-EEFC-1ED4-BC04-B34244C28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012371"/>
          </a:xfrm>
        </p:spPr>
        <p:txBody>
          <a:bodyPr/>
          <a:lstStyle/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C0F1B10-96F7-53C3-5AED-AE42527F6E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805244"/>
            <a:ext cx="8596312" cy="4256314"/>
          </a:xfrm>
        </p:spPr>
      </p:pic>
    </p:spTree>
    <p:extLst>
      <p:ext uri="{BB962C8B-B14F-4D97-AF65-F5344CB8AC3E}">
        <p14:creationId xmlns:p14="http://schemas.microsoft.com/office/powerpoint/2010/main" val="2605711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FC13D-D3B5-7E58-569C-67A940F52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034143"/>
          </a:xfrm>
        </p:spPr>
        <p:txBody>
          <a:bodyPr/>
          <a:lstStyle/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linear regression work ?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E10F5-4052-8F72-AF1B-1B3AAF2EEE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43743"/>
            <a:ext cx="8596668" cy="4397619"/>
          </a:xfrm>
        </p:spPr>
        <p:txBody>
          <a:bodyPr/>
          <a:lstStyle/>
          <a:p>
            <a:r>
              <a:rPr lang="en-US" sz="20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Data:</a:t>
            </a:r>
          </a:p>
          <a:p>
            <a:pPr lvl="1"/>
            <a:r>
              <a:rPr lang="en-US" sz="20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Feature(s): Input values (e.g., house size x₁)</a:t>
            </a:r>
          </a:p>
          <a:p>
            <a:pPr lvl="1"/>
            <a:r>
              <a:rPr lang="en-US" sz="20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Label: Real output we want to predict (e.g., house price y)</a:t>
            </a:r>
          </a:p>
          <a:p>
            <a:r>
              <a:rPr lang="en-US" sz="20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Prediction:</a:t>
            </a:r>
          </a:p>
          <a:p>
            <a:pPr lvl="1"/>
            <a:r>
              <a:rPr lang="en-US" sz="20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the equation</a:t>
            </a:r>
          </a:p>
          <a:p>
            <a:pPr lvl="1"/>
            <a:r>
              <a:rPr lang="en-US" sz="20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b: bias (baseline)</a:t>
            </a:r>
          </a:p>
          <a:p>
            <a:pPr lvl="1"/>
            <a:r>
              <a:rPr lang="en-US" sz="20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w₁: weight</a:t>
            </a:r>
          </a:p>
          <a:p>
            <a:r>
              <a:rPr lang="en-US" sz="20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 Error:</a:t>
            </a:r>
          </a:p>
          <a:p>
            <a:pPr lvl="1"/>
            <a:r>
              <a:rPr lang="en-US" sz="18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	predicted y′ with real y → Error = y − y′</a:t>
            </a:r>
          </a:p>
          <a:p>
            <a:pPr lvl="1"/>
            <a:endParaRPr lang="en-US" noProof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1"/>
            <a:endParaRPr lang="en-US" noProof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08572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338F0-A6A2-69C5-863F-A17D8E20C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linear regression work ?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15AC3-C8C0-66CA-7A39-4B030CCBEE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Adjust Parameters:</a:t>
            </a:r>
          </a:p>
          <a:p>
            <a:pPr lvl="1"/>
            <a:r>
              <a:rPr lang="en-US" sz="20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 b and w₁ to reduce error</a:t>
            </a:r>
          </a:p>
          <a:p>
            <a:pPr lvl="1"/>
            <a:r>
              <a:rPr lang="en-US" sz="20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Repeat for all examples (epochs) until error is minimized</a:t>
            </a:r>
          </a:p>
          <a:p>
            <a:r>
              <a:rPr lang="en-US" sz="20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</a:p>
          <a:p>
            <a:pPr lvl="1"/>
            <a:r>
              <a:rPr lang="en-US" sz="20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b and w₁ represent the learned relationship</a:t>
            </a:r>
          </a:p>
          <a:p>
            <a:pPr lvl="1"/>
            <a:r>
              <a:rPr lang="en-US" sz="20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can now predict new, unseen data using the same equation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noProof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853125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1A307-72E3-289F-BE3C-94E828C70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linear regression work ?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82348-FC51-B0FA-7A05-5A62C7EF5D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does the model know how wrong its predictions are?</a:t>
            </a:r>
          </a:p>
          <a:p>
            <a:r>
              <a:rPr lang="en-US" sz="24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it try to predict and how it work ?</a:t>
            </a: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there any other parameters that affect training?</a:t>
            </a:r>
            <a:endParaRPr lang="en-US" sz="2400" noProof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08144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B518B-7169-66F1-F9DD-E32B1CBF1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055914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the model know how wrong its predictions are?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841D9-5774-6C99-768C-E8C7659201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28603"/>
            <a:ext cx="8596668" cy="3912759"/>
          </a:xfrm>
        </p:spPr>
        <p:txBody>
          <a:bodyPr>
            <a:normAutofit/>
          </a:bodyPr>
          <a:lstStyle/>
          <a:p>
            <a:r>
              <a:rPr 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know using </a:t>
            </a:r>
            <a:r>
              <a:rPr lang="en-US" sz="20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regression-Loss</a:t>
            </a:r>
          </a:p>
          <a:p>
            <a:r>
              <a:rPr 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is a numerical metric that describes how wrong a model's predictions are</a:t>
            </a:r>
          </a:p>
          <a:p>
            <a:r>
              <a:rPr 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the distance between the model's predictions and the actual labels.</a:t>
            </a:r>
          </a:p>
          <a:p>
            <a:r>
              <a:rPr 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of training a model is to minimize the loss, reducing it to its lowest possible value</a:t>
            </a:r>
          </a:p>
        </p:txBody>
      </p:sp>
    </p:spTree>
    <p:extLst>
      <p:ext uri="{BB962C8B-B14F-4D97-AF65-F5344CB8AC3E}">
        <p14:creationId xmlns:p14="http://schemas.microsoft.com/office/powerpoint/2010/main" val="268109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D55DD-4C6F-905E-07B8-5F22FF45E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the model know how wrong its predictions are?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DDBD1E-DBFC-1339-BAD2-91E1B0FB34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2233558"/>
            <a:ext cx="8858552" cy="3804582"/>
          </a:xfrm>
        </p:spPr>
      </p:pic>
    </p:spTree>
    <p:extLst>
      <p:ext uri="{BB962C8B-B14F-4D97-AF65-F5344CB8AC3E}">
        <p14:creationId xmlns:p14="http://schemas.microsoft.com/office/powerpoint/2010/main" val="33910393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D94C7-6C49-F6CE-8507-7F1CBF18E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the model know how wrong its predictions are?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noProof="0" dirty="0"/>
            </a:br>
            <a:endParaRPr lang="en-US" noProof="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728F33-445D-7926-CC45-0FB8DC5A7B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930400"/>
            <a:ext cx="10186609" cy="3983181"/>
          </a:xfrm>
        </p:spPr>
      </p:pic>
    </p:spTree>
    <p:extLst>
      <p:ext uri="{BB962C8B-B14F-4D97-AF65-F5344CB8AC3E}">
        <p14:creationId xmlns:p14="http://schemas.microsoft.com/office/powerpoint/2010/main" val="25369602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A4FC3-0BF5-A3CD-D68F-0C6CEE9F5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the model know how wrong its predictions are?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70BB5-FE48-DB0B-DD5D-FD6D816C0E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</a:p>
          <a:p>
            <a:pPr lvl="1"/>
            <a:r>
              <a:rPr 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23.1</a:t>
            </a:r>
          </a:p>
          <a:p>
            <a:r>
              <a:rPr 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 value </a:t>
            </a:r>
          </a:p>
          <a:p>
            <a:pPr lvl="1"/>
            <a:r>
              <a:rPr 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r>
          </a:p>
          <a:p>
            <a:r>
              <a:rPr 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L2 loss </a:t>
            </a:r>
          </a:p>
          <a:p>
            <a:pPr lvl="1"/>
            <a:r>
              <a:rPr 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(26-23.1)^2=8.41</a:t>
            </a:r>
          </a:p>
          <a:p>
            <a:r>
              <a:rPr lang="en-US" sz="2000" noProof="0" dirty="0">
                <a:solidFill>
                  <a:srgbClr val="2021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Choosing a loss</a:t>
            </a:r>
          </a:p>
          <a:p>
            <a:pPr lvl="1"/>
            <a:r>
              <a:rPr 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Deciding whether to use MAE or MSE can depend on the dataset and the way you want to handle certain predictions. </a:t>
            </a:r>
            <a:endParaRPr lang="en-US" sz="2000" noProof="0" dirty="0">
              <a:solidFill>
                <a:srgbClr val="2021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noProof="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noProof="0" dirty="0"/>
          </a:p>
          <a:p>
            <a:pPr lvl="1"/>
            <a:endParaRPr lang="en-US" noProof="0" dirty="0"/>
          </a:p>
          <a:p>
            <a:endParaRPr lang="en-US" noProof="0" dirty="0"/>
          </a:p>
          <a:p>
            <a:pPr lvl="1"/>
            <a:endParaRPr lang="en-US" noProof="0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BD7DCFAE-335A-ADF8-15D0-F4419D599E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34405"/>
            <a:ext cx="65" cy="92601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428490" rIns="0" bIns="214245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45360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46FD4-2BB7-A268-4ABD-DB7BA1218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03514"/>
          </a:xfrm>
        </p:spPr>
        <p:txBody>
          <a:bodyPr>
            <a:normAutofit fontScale="90000"/>
          </a:bodyPr>
          <a:lstStyle/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try to predict and how it work ?</a:t>
            </a:r>
            <a:b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28934-52C0-491F-3EE1-C9A73B672A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17915"/>
            <a:ext cx="8596668" cy="4223448"/>
          </a:xfrm>
        </p:spPr>
        <p:txBody>
          <a:bodyPr>
            <a:normAutofit/>
          </a:bodyPr>
          <a:lstStyle/>
          <a:p>
            <a:r>
              <a:rPr lang="en-US" sz="20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Gradient descent</a:t>
            </a:r>
          </a:p>
          <a:p>
            <a:r>
              <a:rPr lang="en-US" sz="20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a mathematical technique that iteratively finds the weights and bias that produce the model with the lowest loss</a:t>
            </a:r>
          </a:p>
          <a:p>
            <a:r>
              <a:rPr lang="en-US" sz="20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Gradient descent finds the best weight and bias by repeating the following process for a number of user-defined iterations.</a:t>
            </a:r>
          </a:p>
          <a:p>
            <a:r>
              <a:rPr lang="en-US" sz="20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convergence and loss curves	</a:t>
            </a:r>
          </a:p>
          <a:p>
            <a:pPr lvl="1"/>
            <a:r>
              <a:rPr lang="en-US" sz="20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training a model, you'll often look at a loss curve determine if the model has converged</a:t>
            </a:r>
          </a:p>
          <a:p>
            <a:pPr lvl="1"/>
            <a:r>
              <a:rPr lang="en-US" sz="20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loss curve shows how the loss changes as the model trains. </a:t>
            </a:r>
          </a:p>
        </p:txBody>
      </p:sp>
    </p:spTree>
    <p:extLst>
      <p:ext uri="{BB962C8B-B14F-4D97-AF65-F5344CB8AC3E}">
        <p14:creationId xmlns:p14="http://schemas.microsoft.com/office/powerpoint/2010/main" val="37712904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58017-D085-B8A1-1DDC-CB4F1AB90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36171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How it try to predict and how it work ?</a:t>
            </a:r>
            <a:br>
              <a:rPr lang="en-US" noProof="0" dirty="0"/>
            </a:b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47330-A146-6656-B0D9-F9F2524A5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74372"/>
            <a:ext cx="8596668" cy="4223448"/>
          </a:xfrm>
        </p:spPr>
        <p:txBody>
          <a:bodyPr/>
          <a:lstStyle/>
          <a:p>
            <a:r>
              <a:rPr lang="en-US" sz="20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model begins training with randomized weights and biases near zero, and then repeats the following steps:</a:t>
            </a:r>
          </a:p>
          <a:p>
            <a:pPr lvl="1"/>
            <a:r>
              <a:rPr lang="en-US" sz="20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loss with the current weight and bias.</a:t>
            </a:r>
          </a:p>
          <a:p>
            <a:pPr lvl="1"/>
            <a:r>
              <a:rPr lang="en-US" sz="20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Determine the direction to move the weights and bias that reduce loss.	    </a:t>
            </a:r>
          </a:p>
          <a:p>
            <a:pPr lvl="1"/>
            <a:r>
              <a:rPr lang="en-US" sz="20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Move the weight and bias values a small amount in the direction that reduces loss.	</a:t>
            </a:r>
          </a:p>
          <a:p>
            <a:pPr lvl="1"/>
            <a:r>
              <a:rPr lang="en-US" sz="20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Return to step one and repeat the process until the model can't reduce the loss any further.</a:t>
            </a:r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829947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B366F-3CCC-D9A2-1C5B-CB7787572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81743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How it try to predict and how it work ?</a:t>
            </a:r>
            <a:br>
              <a:rPr lang="en-US" noProof="0" dirty="0"/>
            </a:br>
            <a:endParaRPr lang="en-US" noProof="0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2DCA9E5-4E19-23A7-8A63-9B220EA470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465" y="1627580"/>
            <a:ext cx="7358744" cy="4930617"/>
          </a:xfrm>
        </p:spPr>
      </p:pic>
    </p:spTree>
    <p:extLst>
      <p:ext uri="{BB962C8B-B14F-4D97-AF65-F5344CB8AC3E}">
        <p14:creationId xmlns:p14="http://schemas.microsoft.com/office/powerpoint/2010/main" val="32815154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F232D-064B-205B-8328-D170FB8C7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03414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there any other parameters that affect training?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CE3F4-690E-D3DB-0032-2D8FBA2F8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41715"/>
            <a:ext cx="8596668" cy="4299648"/>
          </a:xfrm>
        </p:spPr>
        <p:txBody>
          <a:bodyPr>
            <a:normAutofit/>
          </a:bodyPr>
          <a:lstStyle/>
          <a:p>
            <a:r>
              <a:rPr lang="en-US" sz="20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“Move the weight and bias values a small amount in the direction that reduces loss”</a:t>
            </a:r>
          </a:p>
          <a:p>
            <a:r>
              <a:rPr lang="en-US" sz="20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Hyperparameters are variables that control different aspects of training</a:t>
            </a:r>
          </a:p>
          <a:p>
            <a:r>
              <a:rPr lang="en-US" sz="20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parameters are the variables, like the weights and bias, that are part of the model itself</a:t>
            </a:r>
          </a:p>
          <a:p>
            <a:r>
              <a:rPr lang="en-US" sz="20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hyperparameters are values that we control </a:t>
            </a:r>
          </a:p>
        </p:txBody>
      </p:sp>
    </p:spTree>
    <p:extLst>
      <p:ext uri="{BB962C8B-B14F-4D97-AF65-F5344CB8AC3E}">
        <p14:creationId xmlns:p14="http://schemas.microsoft.com/office/powerpoint/2010/main" val="39193591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2C542-D9BE-11E6-581E-B430EF37A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there any other parameters that affect training?</a:t>
            </a:r>
            <a:endParaRPr lang="en-US" sz="3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C85E256-D620-FE6D-3A06-C3B9EB36AE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6963784"/>
              </p:ext>
            </p:extLst>
          </p:nvPr>
        </p:nvGraphicFramePr>
        <p:xfrm>
          <a:off x="677863" y="2160588"/>
          <a:ext cx="8596312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522163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FA519-C2AB-9EBD-ED89-C5C837AD7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79714"/>
          </a:xfrm>
        </p:spPr>
        <p:txBody>
          <a:bodyPr>
            <a:normAutofit fontScale="90000"/>
          </a:bodyPr>
          <a:lstStyle/>
          <a:p>
            <a:r>
              <a:rPr lang="en-US" dirty="0"/>
              <a:t>Are there any other parameters that affect training?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BA3F2-A0FF-34B2-60F3-5AF9A94CAA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26771"/>
            <a:ext cx="8596668" cy="4114591"/>
          </a:xfrm>
        </p:spPr>
        <p:txBody>
          <a:bodyPr/>
          <a:lstStyle/>
          <a:p>
            <a:r>
              <a:rPr lang="en-US" sz="20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rate</a:t>
            </a:r>
          </a:p>
          <a:p>
            <a:pPr lvl="1"/>
            <a:r>
              <a:rPr lang="en-US" sz="20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floating-point number you set that influences how quickly the model converges.</a:t>
            </a:r>
          </a:p>
          <a:p>
            <a:pPr lvl="1"/>
            <a:r>
              <a:rPr lang="en-US" sz="20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Its controls the additional value of weight and bias</a:t>
            </a:r>
          </a:p>
          <a:p>
            <a:pPr lvl="1"/>
            <a:r>
              <a:rPr lang="en-US" sz="20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the learning rate is too low, the model can take a long time to converge.	</a:t>
            </a:r>
          </a:p>
          <a:p>
            <a:pPr lvl="1"/>
            <a:r>
              <a:rPr lang="en-US" sz="20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the learning rate is too high, the model never converges but instead bounces around the weights and bias that minimize the loss.</a:t>
            </a:r>
          </a:p>
        </p:txBody>
      </p:sp>
    </p:spTree>
    <p:extLst>
      <p:ext uri="{BB962C8B-B14F-4D97-AF65-F5344CB8AC3E}">
        <p14:creationId xmlns:p14="http://schemas.microsoft.com/office/powerpoint/2010/main" val="20074724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08B72-EFF4-F098-2CFA-FE262038D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012371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there any other parameters that affect training?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32F7D-8984-BA20-5144-92B247C74D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39687"/>
            <a:ext cx="8596668" cy="4201676"/>
          </a:xfrm>
        </p:spPr>
        <p:txBody>
          <a:bodyPr/>
          <a:lstStyle/>
          <a:p>
            <a:r>
              <a:rPr lang="en-US" sz="20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size</a:t>
            </a:r>
          </a:p>
          <a:p>
            <a:pPr lvl="1"/>
            <a:r>
              <a:rPr lang="en-US" sz="18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size is a hyperparameter that refers to the number of examples the model processes before updating its weights and bias.</a:t>
            </a:r>
          </a:p>
          <a:p>
            <a:pPr lvl="1"/>
            <a:r>
              <a:rPr lang="en-US" sz="18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If batch size = 1, the model updates after every single example → this is Stochastic Gradient Descent (SGD)		</a:t>
            </a:r>
          </a:p>
          <a:p>
            <a:pPr lvl="1"/>
            <a:r>
              <a:rPr lang="en-US" sz="18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 batch size = total dataset size , the model updates once per full pass through the data → this is Full-Batch Gradient Descent.    	 </a:t>
            </a:r>
          </a:p>
          <a:p>
            <a:pPr lvl="1"/>
            <a:r>
              <a:rPr lang="en-US" sz="1800" noProof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batch size = some number between 1 and total dataset size, the model updates after each small group of examples → this is Mini-Batch Gradient Descent.		</a:t>
            </a:r>
          </a:p>
        </p:txBody>
      </p:sp>
    </p:spTree>
    <p:extLst>
      <p:ext uri="{BB962C8B-B14F-4D97-AF65-F5344CB8AC3E}">
        <p14:creationId xmlns:p14="http://schemas.microsoft.com/office/powerpoint/2010/main" val="24239302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46449-5AC4-7917-0AB0-FAB20645B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045029"/>
          </a:xfrm>
        </p:spPr>
        <p:txBody>
          <a:bodyPr>
            <a:normAutofit fontScale="90000"/>
          </a:bodyPr>
          <a:lstStyle/>
          <a:p>
            <a:r>
              <a:rPr lang="en-US" dirty="0"/>
              <a:t>Are there any other parameters that affect training?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B83CB-7EDE-AE0C-5B66-76267625B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58780"/>
            <a:ext cx="8596668" cy="4182582"/>
          </a:xfrm>
        </p:spPr>
        <p:txBody>
          <a:bodyPr/>
          <a:lstStyle/>
          <a:p>
            <a:r>
              <a:rPr 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Epochs</a:t>
            </a:r>
          </a:p>
          <a:p>
            <a:pPr lvl="1"/>
            <a:r>
              <a:rPr 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time we want to repat the taring </a:t>
            </a:r>
          </a:p>
          <a:p>
            <a:pPr lvl="1"/>
            <a:r>
              <a:rPr 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if a training set has 1,000 examples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a mini-batch size of 100 examples, it will take the model 10 iterations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complete one epoch.</a:t>
            </a:r>
          </a:p>
          <a:p>
            <a:pPr lvl="1"/>
            <a:r>
              <a:rPr 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we put Epochs =2 </a:t>
            </a:r>
            <a:r>
              <a:rPr 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 need 20 </a:t>
            </a:r>
            <a:r>
              <a:rPr lang="en-US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iterations to finish the training </a:t>
            </a:r>
          </a:p>
          <a:p>
            <a:pPr lvl="1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87222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FC797-62A7-7C73-4E2C-76B634D66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02325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there any other parameters that affect training?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61A6FB-A21C-217D-A21E-560D15443D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485" y="1905000"/>
            <a:ext cx="8088086" cy="4433300"/>
          </a:xfrm>
        </p:spPr>
      </p:pic>
    </p:spTree>
    <p:extLst>
      <p:ext uri="{BB962C8B-B14F-4D97-AF65-F5344CB8AC3E}">
        <p14:creationId xmlns:p14="http://schemas.microsoft.com/office/powerpoint/2010/main" val="17955377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9C400-516C-8116-2EB9-18F499E92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045029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98451-60D0-3FBE-6DD2-53A06B02E9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26771"/>
            <a:ext cx="8596668" cy="4114591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is designed to predict the probability of a given outcome.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 gives any real number as output (like 2.5, -1.3, 7.8).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transforms that linear output using a sigmoid function to give a probability between 0 and 1.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9959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E6144-9EE6-5228-9D9D-A2EF6843D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25286"/>
          </a:xfrm>
        </p:spPr>
        <p:txBody>
          <a:bodyPr/>
          <a:lstStyle/>
          <a:p>
            <a:r>
              <a:rPr lang="en-US" dirty="0"/>
              <a:t>Sigmoid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B6214-4CF0-CDDB-A7CA-F48FCE6EE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41715"/>
            <a:ext cx="8596668" cy="4299648"/>
          </a:xfrm>
        </p:spPr>
        <p:txBody>
          <a:bodyPr>
            <a:normAutofit/>
          </a:bodyPr>
          <a:lstStyle/>
          <a:p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y'=1/(1+e^-z)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​y’: is the output of the sigmoid function.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e:is a mathematical constant ≈ 2.71828.		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z: is the input to the sigmoid function.(first compute the linear combination)</a:t>
            </a:r>
          </a:p>
        </p:txBody>
      </p:sp>
    </p:spTree>
    <p:extLst>
      <p:ext uri="{BB962C8B-B14F-4D97-AF65-F5344CB8AC3E}">
        <p14:creationId xmlns:p14="http://schemas.microsoft.com/office/powerpoint/2010/main" val="6131158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D7F95-721F-88A2-4E74-2F36C2832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Sigmoid function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BCFF76E-8CD1-229C-B111-73339EA31B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234" y="2416958"/>
            <a:ext cx="8596312" cy="3156528"/>
          </a:xfrm>
        </p:spPr>
      </p:pic>
    </p:spTree>
    <p:extLst>
      <p:ext uri="{BB962C8B-B14F-4D97-AF65-F5344CB8AC3E}">
        <p14:creationId xmlns:p14="http://schemas.microsoft.com/office/powerpoint/2010/main" val="16534683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AEF28-C6BA-AE17-CF32-46B9762C1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calculate loss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E0ECAC3-31ED-C51F-E9DF-F44F059064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7622" y="2017486"/>
            <a:ext cx="6381864" cy="918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0735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A275D-9A0D-95DA-DC55-905805E5E0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goal is to output a category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model that predicts one of two classes (e.g., "spam" or "not spam").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of Supervised learning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27049EB-E529-F3F3-5948-E80F695684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77334" y="896617"/>
            <a:ext cx="8596668" cy="984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5235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Classification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02419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2AA13-47B7-D49B-5DA1-372D46CD0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8596668" cy="1034143"/>
          </a:xfrm>
        </p:spPr>
        <p:txBody>
          <a:bodyPr/>
          <a:lstStyle/>
          <a:p>
            <a:r>
              <a:rPr lang="en-US" dirty="0"/>
              <a:t>How to learn model How to classify?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1FEDB-0976-E87D-8E6C-8A03B6C7A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30829"/>
            <a:ext cx="8596668" cy="431053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use the model for filtering spam, its numerical output must be converted into one of two categories: spam or not spam.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the output of the linear regression and make it probability (between  0-1) using logistic regression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conversion uses a classification threshold</a:t>
            </a:r>
          </a:p>
        </p:txBody>
      </p:sp>
    </p:spTree>
    <p:extLst>
      <p:ext uri="{BB962C8B-B14F-4D97-AF65-F5344CB8AC3E}">
        <p14:creationId xmlns:p14="http://schemas.microsoft.com/office/powerpoint/2010/main" val="10535274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ACF51-7B5A-721B-CD83-5D1946232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08857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threshold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CAF09-5458-360C-E1F5-575111030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81201"/>
            <a:ext cx="8596668" cy="4060162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value we put identify the interval between the 2 option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we put the threshold = 0.5 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the result =&gt; 0.5  are positive (spam)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the result &lt; 0.5 are negative (not spam)</a:t>
            </a:r>
          </a:p>
        </p:txBody>
      </p:sp>
    </p:spTree>
    <p:extLst>
      <p:ext uri="{BB962C8B-B14F-4D97-AF65-F5344CB8AC3E}">
        <p14:creationId xmlns:p14="http://schemas.microsoft.com/office/powerpoint/2010/main" val="15971535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015B0-DD20-9608-8776-35EBD9BA1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034143"/>
          </a:xfrm>
        </p:spPr>
        <p:txBody>
          <a:bodyPr/>
          <a:lstStyle/>
          <a:p>
            <a:r>
              <a:rPr lang="en-US" dirty="0"/>
              <a:t>Confusion matrix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AAF9287-92BF-1575-E9E7-E009184AE1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2795537"/>
              </p:ext>
            </p:extLst>
          </p:nvPr>
        </p:nvGraphicFramePr>
        <p:xfrm>
          <a:off x="677863" y="2160588"/>
          <a:ext cx="8596312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125416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D494D-9D38-AF07-1BF9-723E83693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Confusion matrix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DF3BE6-C816-A4EB-2054-41A73A1EBA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9606" y="1930400"/>
            <a:ext cx="5510210" cy="4714407"/>
          </a:xfrm>
        </p:spPr>
      </p:pic>
    </p:spTree>
    <p:extLst>
      <p:ext uri="{BB962C8B-B14F-4D97-AF65-F5344CB8AC3E}">
        <p14:creationId xmlns:p14="http://schemas.microsoft.com/office/powerpoint/2010/main" val="2484885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2A779-3EAE-B0DC-31C9-A63C0E54A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81743"/>
          </a:xfrm>
        </p:spPr>
        <p:txBody>
          <a:bodyPr/>
          <a:lstStyle/>
          <a:p>
            <a:r>
              <a:rPr lang="en-US" dirty="0"/>
              <a:t>The metrics of 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r>
              <a:rPr lang="en-US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DEA23D-9C8F-671E-62F4-9FBF664594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7334" y="1861457"/>
                <a:ext cx="8596668" cy="4179905"/>
              </a:xfrm>
            </p:spPr>
            <p:txBody>
              <a:bodyPr/>
              <a:lstStyle/>
              <a:p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Accuracy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Measures overall correctness of predictions.</a:t>
                </a:r>
              </a:p>
              <a:p>
                <a:pPr lvl="1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Formula: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LB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LB" sz="2000" i="1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ar-LB" sz="20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LB" sz="2000" i="1">
                            <a:latin typeface="Cambria Math" panose="02040503050406030204" pitchFamily="18" charset="0"/>
                          </a:rPr>
                          <m:t>𝑇𝑁</m:t>
                        </m:r>
                      </m:num>
                      <m:den>
                        <m:r>
                          <a:rPr lang="ar-LB" sz="2000" i="1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ar-LB" sz="20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LB" sz="2000" i="1">
                            <a:latin typeface="Cambria Math" panose="02040503050406030204" pitchFamily="18" charset="0"/>
                          </a:rPr>
                          <m:t>𝑇𝑁</m:t>
                        </m:r>
                        <m:r>
                          <a:rPr lang="ar-LB" sz="20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LB" sz="2000" i="1">
                            <a:latin typeface="Cambria Math" panose="02040503050406030204" pitchFamily="18" charset="0"/>
                          </a:rPr>
                          <m:t>𝐹𝑃</m:t>
                        </m:r>
                        <m:r>
                          <a:rPr lang="ar-LB" sz="20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LB" sz="2000" i="1">
                            <a:latin typeface="Cambria Math" panose="02040503050406030204" pitchFamily="18" charset="0"/>
                          </a:rPr>
                          <m:t>𝐹𝑁</m:t>
                        </m:r>
                      </m:den>
                    </m:f>
                  </m:oMath>
                </a14:m>
                <a:endParaRPr lang="ar-LB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Useful for 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balanced datasets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only.</a:t>
                </a:r>
              </a:p>
              <a:p>
                <a:pPr lvl="1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Can be 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misleading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when data is imbalanced.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DEA23D-9C8F-671E-62F4-9FBF664594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861457"/>
                <a:ext cx="8596668" cy="4179905"/>
              </a:xfrm>
              <a:blipFill>
                <a:blip r:embed="rId2"/>
                <a:stretch>
                  <a:fillRect l="-284" t="-7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01383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263D9-A3F6-4FB5-A99B-9A098CE31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metrics of 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r>
              <a:rPr lang="en-US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082A30-4083-95A1-045E-5365A29BBC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Recall (True Positive Rate)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Measures how well the model detects all actual positives.</a:t>
                </a:r>
              </a:p>
              <a:p>
                <a:pPr lvl="1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Formula: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LB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LB" sz="2000" i="1"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ar-LB" sz="2000" i="1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ar-LB" sz="20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LB" sz="2000" i="1">
                            <a:latin typeface="Cambria Math" panose="02040503050406030204" pitchFamily="18" charset="0"/>
                          </a:rPr>
                          <m:t>𝐹𝑁</m:t>
                        </m:r>
                      </m:den>
                    </m:f>
                  </m:oMath>
                </a14:m>
                <a:endParaRPr lang="ar-LB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Answers: “How many real spam emails did we catch?”</a:t>
                </a:r>
              </a:p>
              <a:p>
                <a:pPr lvl="1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Important when 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missing positives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costly (e.g., disease or spam detection)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082A30-4083-95A1-045E-5365A29BBC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84" t="-7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7048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603B7-1B5A-6B60-0E81-6436EEB12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metrics of 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r>
              <a:rPr lang="en-US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DE36B4-C3DF-50ED-D682-833209EC3F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False Positive Rate (FPR)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Measures how often actual negatives are incorrectly labeled as positives.</a:t>
                </a:r>
              </a:p>
              <a:p>
                <a:pPr lvl="1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Formula: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LB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LB" sz="2000" i="1">
                            <a:latin typeface="Cambria Math" panose="02040503050406030204" pitchFamily="18" charset="0"/>
                          </a:rPr>
                          <m:t>𝐹𝑃</m:t>
                        </m:r>
                      </m:num>
                      <m:den>
                        <m:r>
                          <a:rPr lang="ar-LB" sz="2000" i="1">
                            <a:latin typeface="Cambria Math" panose="02040503050406030204" pitchFamily="18" charset="0"/>
                          </a:rPr>
                          <m:t>𝐹𝑃</m:t>
                        </m:r>
                        <m:r>
                          <a:rPr lang="ar-LB" sz="20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LB" sz="2000" i="1">
                            <a:latin typeface="Cambria Math" panose="02040503050406030204" pitchFamily="18" charset="0"/>
                          </a:rPr>
                          <m:t>𝑇𝑁</m:t>
                        </m:r>
                      </m:den>
                    </m:f>
                  </m:oMath>
                </a14:m>
                <a:endParaRPr lang="ar-LB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Answers: “How often are legitimate emails marked as spam?”</a:t>
                </a:r>
              </a:p>
              <a:p>
                <a:pPr lvl="1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Important when 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false alarms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costly.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DE36B4-C3DF-50ED-D682-833209EC3F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84" t="-7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78029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394E6-B23D-C425-B4E3-6A2BDE21A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metrics of 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r>
              <a:rPr lang="en-US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AA330A-956E-27B5-07F6-FB29124E9A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Precision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Measures how accurate the positive predictions are.</a:t>
                </a:r>
              </a:p>
              <a:p>
                <a:pPr lvl="1"/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Formula: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LB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LB" sz="1800" i="1"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ar-LB" sz="1800" i="1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ar-LB" sz="18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LB" sz="1800" i="1">
                            <a:latin typeface="Cambria Math" panose="02040503050406030204" pitchFamily="18" charset="0"/>
                          </a:rPr>
                          <m:t>𝐹𝑃</m:t>
                        </m:r>
                      </m:den>
                    </m:f>
                  </m:oMath>
                </a14:m>
                <a:endParaRPr lang="ar-LB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Answers: “Of all emails marked as spam, how many were truly spam?”</a:t>
                </a:r>
              </a:p>
              <a:p>
                <a:pPr lvl="1"/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Important when </a:t>
                </a:r>
                <a:r>
                  <a:rPr lang="en-US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you need confidence in positive predictions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AA330A-956E-27B5-07F6-FB29124E9A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84" t="-7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82915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1A2B7-FF1C-22DA-EDEC-4F8B73A0A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14400"/>
          </a:xfrm>
        </p:spPr>
        <p:txBody>
          <a:bodyPr/>
          <a:lstStyle/>
          <a:p>
            <a:r>
              <a:rPr lang="en-US" b="1" dirty="0"/>
              <a:t>ROC and AUC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B6003-0734-B301-752F-E13CA1D5DF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50571"/>
            <a:ext cx="8596668" cy="419079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 like accuracy, precision, and recall are calculated at *one specific threshold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changing the threshold can change the model’s performance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Receiver Operating Characteristic (ROC) Curve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how the model’s True Positive Rate (TPR) and False Positive Rate (FPR) change as the classification threshold changes.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 Under the Curve (AUC)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summarizes the ROC curve into a single number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the area under the ROC curve and represents the overall performance of a model</a:t>
            </a:r>
          </a:p>
        </p:txBody>
      </p:sp>
    </p:spTree>
    <p:extLst>
      <p:ext uri="{BB962C8B-B14F-4D97-AF65-F5344CB8AC3E}">
        <p14:creationId xmlns:p14="http://schemas.microsoft.com/office/powerpoint/2010/main" val="26306416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1B70A-6579-6128-A4E3-7628E4C48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ROC and AUC</a:t>
            </a: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55B6074-FA04-4D02-2E65-EEEB47C2B3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1759" y="1930400"/>
            <a:ext cx="5508057" cy="3686132"/>
          </a:xfrm>
        </p:spPr>
      </p:pic>
    </p:spTree>
    <p:extLst>
      <p:ext uri="{BB962C8B-B14F-4D97-AF65-F5344CB8AC3E}">
        <p14:creationId xmlns:p14="http://schemas.microsoft.com/office/powerpoint/2010/main" val="19451013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0E5EA-DD96-51F8-74B0-0D86A8B81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of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FF91E3E-79E7-E162-0754-3A3CBF410E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6778580"/>
              </p:ext>
            </p:extLst>
          </p:nvPr>
        </p:nvGraphicFramePr>
        <p:xfrm>
          <a:off x="677863" y="2160588"/>
          <a:ext cx="8596312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362782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BDEBCEC-1D7C-E1CF-0651-4411E29DCDEB}"/>
              </a:ext>
            </a:extLst>
          </p:cNvPr>
          <p:cNvSpPr txBox="1"/>
          <p:nvPr/>
        </p:nvSpPr>
        <p:spPr>
          <a:xfrm>
            <a:off x="2528207" y="2459504"/>
            <a:ext cx="610144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Thanks for your attention!!</a:t>
            </a:r>
          </a:p>
        </p:txBody>
      </p:sp>
    </p:spTree>
    <p:extLst>
      <p:ext uri="{BB962C8B-B14F-4D97-AF65-F5344CB8AC3E}">
        <p14:creationId xmlns:p14="http://schemas.microsoft.com/office/powerpoint/2010/main" val="69075411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897</TotalTime>
  <Words>1596</Words>
  <Application>Microsoft Office PowerPoint</Application>
  <PresentationFormat>Widescreen</PresentationFormat>
  <Paragraphs>186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6" baseType="lpstr">
      <vt:lpstr>Arial</vt:lpstr>
      <vt:lpstr>Cambria Math</vt:lpstr>
      <vt:lpstr>Times New Roman</vt:lpstr>
      <vt:lpstr>Trebuchet MS</vt:lpstr>
      <vt:lpstr>Wingdings 3</vt:lpstr>
      <vt:lpstr>Facet</vt:lpstr>
      <vt:lpstr>ML Models </vt:lpstr>
      <vt:lpstr>What is ML ?</vt:lpstr>
      <vt:lpstr>What is a Machine Learning Model</vt:lpstr>
      <vt:lpstr>Type of ML</vt:lpstr>
      <vt:lpstr>Supervised Learning</vt:lpstr>
      <vt:lpstr>Linear regression</vt:lpstr>
      <vt:lpstr>Linear regression</vt:lpstr>
      <vt:lpstr>How linear regression work ?</vt:lpstr>
      <vt:lpstr>How linear regression work ?</vt:lpstr>
      <vt:lpstr>How linear regression work ?</vt:lpstr>
      <vt:lpstr>How does the model know how wrong its predictions are?</vt:lpstr>
      <vt:lpstr>How does the model know how wrong its predictions are?</vt:lpstr>
      <vt:lpstr>How does the model know how wrong its predictions are?  </vt:lpstr>
      <vt:lpstr>How does the model know how wrong its predictions are?</vt:lpstr>
      <vt:lpstr>How it try to predict and how it work ? </vt:lpstr>
      <vt:lpstr>How it try to predict and how it work ? </vt:lpstr>
      <vt:lpstr>How it try to predict and how it work ? </vt:lpstr>
      <vt:lpstr>Are there any other parameters that affect training?</vt:lpstr>
      <vt:lpstr>Are there any other parameters that affect training?</vt:lpstr>
      <vt:lpstr>Are there any other parameters that affect training?</vt:lpstr>
      <vt:lpstr>Are there any other parameters that affect training?</vt:lpstr>
      <vt:lpstr>Are there any other parameters that affect training?</vt:lpstr>
      <vt:lpstr>Are there any other parameters that affect training?</vt:lpstr>
      <vt:lpstr>logistic regression</vt:lpstr>
      <vt:lpstr>Sigmoid function</vt:lpstr>
      <vt:lpstr>Sigmoid function</vt:lpstr>
      <vt:lpstr>How to calculate loss </vt:lpstr>
      <vt:lpstr>Classification </vt:lpstr>
      <vt:lpstr>How to learn model How to classify? </vt:lpstr>
      <vt:lpstr>Classification threshold</vt:lpstr>
      <vt:lpstr>Confusion matrix</vt:lpstr>
      <vt:lpstr>Confusion matrix</vt:lpstr>
      <vt:lpstr>The metrics of the Classification </vt:lpstr>
      <vt:lpstr>The metrics of the Classification </vt:lpstr>
      <vt:lpstr>The metrics of the Classification </vt:lpstr>
      <vt:lpstr>The metrics of the Classification </vt:lpstr>
      <vt:lpstr>ROC and AUC</vt:lpstr>
      <vt:lpstr>ROC and AUC</vt:lpstr>
      <vt:lpstr>Type of Classification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khaled Almir</dc:creator>
  <cp:lastModifiedBy>khaled Almir</cp:lastModifiedBy>
  <cp:revision>6</cp:revision>
  <dcterms:created xsi:type="dcterms:W3CDTF">2025-10-25T18:20:42Z</dcterms:created>
  <dcterms:modified xsi:type="dcterms:W3CDTF">2025-10-27T19:31:17Z</dcterms:modified>
</cp:coreProperties>
</file>