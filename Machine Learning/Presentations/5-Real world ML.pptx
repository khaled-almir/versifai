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7" r:id="rId6"/>
    <p:sldId id="269" r:id="rId7"/>
    <p:sldId id="268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25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CA9D66-55B8-40A2-9F84-E0F05551C39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4EF4DC-09C3-40A4-A21E-626403F0E140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Production ML systems</a:t>
          </a:r>
        </a:p>
      </dgm:t>
    </dgm:pt>
    <dgm:pt modelId="{2EB37238-30E5-42C9-BB0A-B0176C921AF2}" type="parTrans" cxnId="{D3AB92D2-497F-485E-8042-EEF82BFB6D1B}">
      <dgm:prSet/>
      <dgm:spPr/>
      <dgm:t>
        <a:bodyPr/>
        <a:lstStyle/>
        <a:p>
          <a:endParaRPr lang="en-US"/>
        </a:p>
      </dgm:t>
    </dgm:pt>
    <dgm:pt modelId="{9C94A3E5-01B7-47A0-90F4-FA2CB026ACCE}" type="sibTrans" cxnId="{D3AB92D2-497F-485E-8042-EEF82BFB6D1B}">
      <dgm:prSet/>
      <dgm:spPr/>
      <dgm:t>
        <a:bodyPr/>
        <a:lstStyle/>
        <a:p>
          <a:endParaRPr lang="en-US"/>
        </a:p>
      </dgm:t>
    </dgm:pt>
    <dgm:pt modelId="{19AD87EC-55A7-4F4C-95AA-8E551DA73714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Auto-ML</a:t>
          </a:r>
        </a:p>
      </dgm:t>
    </dgm:pt>
    <dgm:pt modelId="{1E2E0E2E-23C6-40AC-9062-B883BA85008C}" type="parTrans" cxnId="{F5641D2F-AA67-4066-B7FC-899005096D48}">
      <dgm:prSet/>
      <dgm:spPr/>
      <dgm:t>
        <a:bodyPr/>
        <a:lstStyle/>
        <a:p>
          <a:endParaRPr lang="en-US"/>
        </a:p>
      </dgm:t>
    </dgm:pt>
    <dgm:pt modelId="{B807135B-6BF5-4F43-BFC9-30612BA5D491}" type="sibTrans" cxnId="{F5641D2F-AA67-4066-B7FC-899005096D48}">
      <dgm:prSet/>
      <dgm:spPr/>
      <dgm:t>
        <a:bodyPr/>
        <a:lstStyle/>
        <a:p>
          <a:endParaRPr lang="en-US"/>
        </a:p>
      </dgm:t>
    </dgm:pt>
    <dgm:pt modelId="{0A56550F-E2B2-4DAC-9E8C-7A65BBAC2809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Fairness</a:t>
          </a:r>
        </a:p>
      </dgm:t>
    </dgm:pt>
    <dgm:pt modelId="{D3909B3C-3CCE-4BAD-A43C-6516F85D7367}" type="parTrans" cxnId="{73AAEA6D-EE98-48FA-B4A2-7280BF745B22}">
      <dgm:prSet/>
      <dgm:spPr/>
      <dgm:t>
        <a:bodyPr/>
        <a:lstStyle/>
        <a:p>
          <a:endParaRPr lang="en-US"/>
        </a:p>
      </dgm:t>
    </dgm:pt>
    <dgm:pt modelId="{59977D3E-C55B-495C-9753-ED54F4AC496A}" type="sibTrans" cxnId="{73AAEA6D-EE98-48FA-B4A2-7280BF745B22}">
      <dgm:prSet/>
      <dgm:spPr/>
      <dgm:t>
        <a:bodyPr/>
        <a:lstStyle/>
        <a:p>
          <a:endParaRPr lang="en-US"/>
        </a:p>
      </dgm:t>
    </dgm:pt>
    <dgm:pt modelId="{FC58FB18-1E0A-4190-A289-8DF7C30C239D}" type="pres">
      <dgm:prSet presAssocID="{F0CA9D66-55B8-40A2-9F84-E0F05551C399}" presName="linear" presStyleCnt="0">
        <dgm:presLayoutVars>
          <dgm:dir/>
          <dgm:animLvl val="lvl"/>
          <dgm:resizeHandles val="exact"/>
        </dgm:presLayoutVars>
      </dgm:prSet>
      <dgm:spPr/>
    </dgm:pt>
    <dgm:pt modelId="{BCBF3086-C79D-47CC-89EC-685E9557955B}" type="pres">
      <dgm:prSet presAssocID="{6B4EF4DC-09C3-40A4-A21E-626403F0E140}" presName="parentLin" presStyleCnt="0"/>
      <dgm:spPr/>
    </dgm:pt>
    <dgm:pt modelId="{146B7213-1DE3-472D-97D0-8D3DFFFAD737}" type="pres">
      <dgm:prSet presAssocID="{6B4EF4DC-09C3-40A4-A21E-626403F0E140}" presName="parentLeftMargin" presStyleLbl="node1" presStyleIdx="0" presStyleCnt="3"/>
      <dgm:spPr/>
    </dgm:pt>
    <dgm:pt modelId="{B02492C5-3187-4C2A-8A14-9FB5D75BAF2D}" type="pres">
      <dgm:prSet presAssocID="{6B4EF4DC-09C3-40A4-A21E-626403F0E14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D1F711-19AD-482C-98C2-68FCDDD39B99}" type="pres">
      <dgm:prSet presAssocID="{6B4EF4DC-09C3-40A4-A21E-626403F0E140}" presName="negativeSpace" presStyleCnt="0"/>
      <dgm:spPr/>
    </dgm:pt>
    <dgm:pt modelId="{A566B8B1-C162-4B7B-B7C7-7A258E286FD4}" type="pres">
      <dgm:prSet presAssocID="{6B4EF4DC-09C3-40A4-A21E-626403F0E140}" presName="childText" presStyleLbl="conFgAcc1" presStyleIdx="0" presStyleCnt="3">
        <dgm:presLayoutVars>
          <dgm:bulletEnabled val="1"/>
        </dgm:presLayoutVars>
      </dgm:prSet>
      <dgm:spPr/>
    </dgm:pt>
    <dgm:pt modelId="{597DD624-6456-4C27-B1A7-6944ECBC2A94}" type="pres">
      <dgm:prSet presAssocID="{9C94A3E5-01B7-47A0-90F4-FA2CB026ACCE}" presName="spaceBetweenRectangles" presStyleCnt="0"/>
      <dgm:spPr/>
    </dgm:pt>
    <dgm:pt modelId="{73759F87-0D16-4385-8ACC-9DC5DE6B71C7}" type="pres">
      <dgm:prSet presAssocID="{19AD87EC-55A7-4F4C-95AA-8E551DA73714}" presName="parentLin" presStyleCnt="0"/>
      <dgm:spPr/>
    </dgm:pt>
    <dgm:pt modelId="{1702CF64-941F-40BA-8F4C-8DF689358777}" type="pres">
      <dgm:prSet presAssocID="{19AD87EC-55A7-4F4C-95AA-8E551DA73714}" presName="parentLeftMargin" presStyleLbl="node1" presStyleIdx="0" presStyleCnt="3"/>
      <dgm:spPr/>
    </dgm:pt>
    <dgm:pt modelId="{23B9039E-2B74-48D7-A5A4-2535BE9847DD}" type="pres">
      <dgm:prSet presAssocID="{19AD87EC-55A7-4F4C-95AA-8E551DA737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E9CA64-9244-484E-B0DA-899BD63E8D5E}" type="pres">
      <dgm:prSet presAssocID="{19AD87EC-55A7-4F4C-95AA-8E551DA73714}" presName="negativeSpace" presStyleCnt="0"/>
      <dgm:spPr/>
    </dgm:pt>
    <dgm:pt modelId="{E86AA01C-952A-4F95-B022-7325B185E90B}" type="pres">
      <dgm:prSet presAssocID="{19AD87EC-55A7-4F4C-95AA-8E551DA73714}" presName="childText" presStyleLbl="conFgAcc1" presStyleIdx="1" presStyleCnt="3">
        <dgm:presLayoutVars>
          <dgm:bulletEnabled val="1"/>
        </dgm:presLayoutVars>
      </dgm:prSet>
      <dgm:spPr/>
    </dgm:pt>
    <dgm:pt modelId="{45D0045A-9273-4874-B2EC-63CA9C15FD43}" type="pres">
      <dgm:prSet presAssocID="{B807135B-6BF5-4F43-BFC9-30612BA5D491}" presName="spaceBetweenRectangles" presStyleCnt="0"/>
      <dgm:spPr/>
    </dgm:pt>
    <dgm:pt modelId="{F7AE7FFF-AC9D-4283-A245-38556C3DDBD4}" type="pres">
      <dgm:prSet presAssocID="{0A56550F-E2B2-4DAC-9E8C-7A65BBAC2809}" presName="parentLin" presStyleCnt="0"/>
      <dgm:spPr/>
    </dgm:pt>
    <dgm:pt modelId="{88B627C7-E944-4259-B311-EE10F1955831}" type="pres">
      <dgm:prSet presAssocID="{0A56550F-E2B2-4DAC-9E8C-7A65BBAC2809}" presName="parentLeftMargin" presStyleLbl="node1" presStyleIdx="1" presStyleCnt="3"/>
      <dgm:spPr/>
    </dgm:pt>
    <dgm:pt modelId="{BBA56824-C59F-4196-A02C-BBA565EAF52A}" type="pres">
      <dgm:prSet presAssocID="{0A56550F-E2B2-4DAC-9E8C-7A65BBAC280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3958C33-A6A8-4425-B81F-9CAB2EB1FEC5}" type="pres">
      <dgm:prSet presAssocID="{0A56550F-E2B2-4DAC-9E8C-7A65BBAC2809}" presName="negativeSpace" presStyleCnt="0"/>
      <dgm:spPr/>
    </dgm:pt>
    <dgm:pt modelId="{FB25C45A-05DE-4F2E-AA50-F64E879F678E}" type="pres">
      <dgm:prSet presAssocID="{0A56550F-E2B2-4DAC-9E8C-7A65BBAC280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157161C-7E54-45AC-85C1-CC181AC16D13}" type="presOf" srcId="{19AD87EC-55A7-4F4C-95AA-8E551DA73714}" destId="{1702CF64-941F-40BA-8F4C-8DF689358777}" srcOrd="0" destOrd="0" presId="urn:microsoft.com/office/officeart/2005/8/layout/list1"/>
    <dgm:cxn modelId="{F5641D2F-AA67-4066-B7FC-899005096D48}" srcId="{F0CA9D66-55B8-40A2-9F84-E0F05551C399}" destId="{19AD87EC-55A7-4F4C-95AA-8E551DA73714}" srcOrd="1" destOrd="0" parTransId="{1E2E0E2E-23C6-40AC-9062-B883BA85008C}" sibTransId="{B807135B-6BF5-4F43-BFC9-30612BA5D491}"/>
    <dgm:cxn modelId="{ED23E632-83E9-48E7-A1DA-76758D135B31}" type="presOf" srcId="{0A56550F-E2B2-4DAC-9E8C-7A65BBAC2809}" destId="{88B627C7-E944-4259-B311-EE10F1955831}" srcOrd="0" destOrd="0" presId="urn:microsoft.com/office/officeart/2005/8/layout/list1"/>
    <dgm:cxn modelId="{6E73404B-4706-40C9-9F30-E75E1FE084E2}" type="presOf" srcId="{0A56550F-E2B2-4DAC-9E8C-7A65BBAC2809}" destId="{BBA56824-C59F-4196-A02C-BBA565EAF52A}" srcOrd="1" destOrd="0" presId="urn:microsoft.com/office/officeart/2005/8/layout/list1"/>
    <dgm:cxn modelId="{73AAEA6D-EE98-48FA-B4A2-7280BF745B22}" srcId="{F0CA9D66-55B8-40A2-9F84-E0F05551C399}" destId="{0A56550F-E2B2-4DAC-9E8C-7A65BBAC2809}" srcOrd="2" destOrd="0" parTransId="{D3909B3C-3CCE-4BAD-A43C-6516F85D7367}" sibTransId="{59977D3E-C55B-495C-9753-ED54F4AC496A}"/>
    <dgm:cxn modelId="{94D489BC-65E9-44B5-B408-1790760E53C5}" type="presOf" srcId="{19AD87EC-55A7-4F4C-95AA-8E551DA73714}" destId="{23B9039E-2B74-48D7-A5A4-2535BE9847DD}" srcOrd="1" destOrd="0" presId="urn:microsoft.com/office/officeart/2005/8/layout/list1"/>
    <dgm:cxn modelId="{D3AB92D2-497F-485E-8042-EEF82BFB6D1B}" srcId="{F0CA9D66-55B8-40A2-9F84-E0F05551C399}" destId="{6B4EF4DC-09C3-40A4-A21E-626403F0E140}" srcOrd="0" destOrd="0" parTransId="{2EB37238-30E5-42C9-BB0A-B0176C921AF2}" sibTransId="{9C94A3E5-01B7-47A0-90F4-FA2CB026ACCE}"/>
    <dgm:cxn modelId="{0A9A16D6-5C75-4EA5-89EC-3D734350A527}" type="presOf" srcId="{6B4EF4DC-09C3-40A4-A21E-626403F0E140}" destId="{B02492C5-3187-4C2A-8A14-9FB5D75BAF2D}" srcOrd="1" destOrd="0" presId="urn:microsoft.com/office/officeart/2005/8/layout/list1"/>
    <dgm:cxn modelId="{AD7A88EA-18D2-40D2-9B04-16B560B446B0}" type="presOf" srcId="{6B4EF4DC-09C3-40A4-A21E-626403F0E140}" destId="{146B7213-1DE3-472D-97D0-8D3DFFFAD737}" srcOrd="0" destOrd="0" presId="urn:microsoft.com/office/officeart/2005/8/layout/list1"/>
    <dgm:cxn modelId="{5F44C5EA-274F-4E70-8CF1-B9E080682FF4}" type="presOf" srcId="{F0CA9D66-55B8-40A2-9F84-E0F05551C399}" destId="{FC58FB18-1E0A-4190-A289-8DF7C30C239D}" srcOrd="0" destOrd="0" presId="urn:microsoft.com/office/officeart/2005/8/layout/list1"/>
    <dgm:cxn modelId="{DAFBA040-5F54-4A51-A231-46AFC537935C}" type="presParOf" srcId="{FC58FB18-1E0A-4190-A289-8DF7C30C239D}" destId="{BCBF3086-C79D-47CC-89EC-685E9557955B}" srcOrd="0" destOrd="0" presId="urn:microsoft.com/office/officeart/2005/8/layout/list1"/>
    <dgm:cxn modelId="{A9E8180B-D339-4DAF-8BDD-9A8E17F5AACB}" type="presParOf" srcId="{BCBF3086-C79D-47CC-89EC-685E9557955B}" destId="{146B7213-1DE3-472D-97D0-8D3DFFFAD737}" srcOrd="0" destOrd="0" presId="urn:microsoft.com/office/officeart/2005/8/layout/list1"/>
    <dgm:cxn modelId="{0AD52D3F-A499-4092-A2C2-327D045FAFF7}" type="presParOf" srcId="{BCBF3086-C79D-47CC-89EC-685E9557955B}" destId="{B02492C5-3187-4C2A-8A14-9FB5D75BAF2D}" srcOrd="1" destOrd="0" presId="urn:microsoft.com/office/officeart/2005/8/layout/list1"/>
    <dgm:cxn modelId="{928F6253-D7DC-4C0C-9454-752CBF7D3CD8}" type="presParOf" srcId="{FC58FB18-1E0A-4190-A289-8DF7C30C239D}" destId="{76D1F711-19AD-482C-98C2-68FCDDD39B99}" srcOrd="1" destOrd="0" presId="urn:microsoft.com/office/officeart/2005/8/layout/list1"/>
    <dgm:cxn modelId="{BD1F0AF3-90AE-4904-B931-B8374081EFCD}" type="presParOf" srcId="{FC58FB18-1E0A-4190-A289-8DF7C30C239D}" destId="{A566B8B1-C162-4B7B-B7C7-7A258E286FD4}" srcOrd="2" destOrd="0" presId="urn:microsoft.com/office/officeart/2005/8/layout/list1"/>
    <dgm:cxn modelId="{119AD68E-F9CC-4DBD-8150-6870CD09CB86}" type="presParOf" srcId="{FC58FB18-1E0A-4190-A289-8DF7C30C239D}" destId="{597DD624-6456-4C27-B1A7-6944ECBC2A94}" srcOrd="3" destOrd="0" presId="urn:microsoft.com/office/officeart/2005/8/layout/list1"/>
    <dgm:cxn modelId="{817F0204-0D64-4D91-8C86-4ACF25BD333A}" type="presParOf" srcId="{FC58FB18-1E0A-4190-A289-8DF7C30C239D}" destId="{73759F87-0D16-4385-8ACC-9DC5DE6B71C7}" srcOrd="4" destOrd="0" presId="urn:microsoft.com/office/officeart/2005/8/layout/list1"/>
    <dgm:cxn modelId="{A9FB3BF4-55B5-4703-A290-5BF015EEBF09}" type="presParOf" srcId="{73759F87-0D16-4385-8ACC-9DC5DE6B71C7}" destId="{1702CF64-941F-40BA-8F4C-8DF689358777}" srcOrd="0" destOrd="0" presId="urn:microsoft.com/office/officeart/2005/8/layout/list1"/>
    <dgm:cxn modelId="{539D7EA0-527E-44B9-82D8-7E44259FAD55}" type="presParOf" srcId="{73759F87-0D16-4385-8ACC-9DC5DE6B71C7}" destId="{23B9039E-2B74-48D7-A5A4-2535BE9847DD}" srcOrd="1" destOrd="0" presId="urn:microsoft.com/office/officeart/2005/8/layout/list1"/>
    <dgm:cxn modelId="{7882341E-725E-4A2C-9549-5E0EC5003BC7}" type="presParOf" srcId="{FC58FB18-1E0A-4190-A289-8DF7C30C239D}" destId="{76E9CA64-9244-484E-B0DA-899BD63E8D5E}" srcOrd="5" destOrd="0" presId="urn:microsoft.com/office/officeart/2005/8/layout/list1"/>
    <dgm:cxn modelId="{4AD31626-710E-45D5-A281-E4CD27FA9772}" type="presParOf" srcId="{FC58FB18-1E0A-4190-A289-8DF7C30C239D}" destId="{E86AA01C-952A-4F95-B022-7325B185E90B}" srcOrd="6" destOrd="0" presId="urn:microsoft.com/office/officeart/2005/8/layout/list1"/>
    <dgm:cxn modelId="{A15553A5-2AA3-4CD4-84CB-9A07D5C9659E}" type="presParOf" srcId="{FC58FB18-1E0A-4190-A289-8DF7C30C239D}" destId="{45D0045A-9273-4874-B2EC-63CA9C15FD43}" srcOrd="7" destOrd="0" presId="urn:microsoft.com/office/officeart/2005/8/layout/list1"/>
    <dgm:cxn modelId="{21AD0EC7-0467-4D35-A0E0-605A8EB235A8}" type="presParOf" srcId="{FC58FB18-1E0A-4190-A289-8DF7C30C239D}" destId="{F7AE7FFF-AC9D-4283-A245-38556C3DDBD4}" srcOrd="8" destOrd="0" presId="urn:microsoft.com/office/officeart/2005/8/layout/list1"/>
    <dgm:cxn modelId="{2312AE6D-B311-4B5D-B953-60AD41472649}" type="presParOf" srcId="{F7AE7FFF-AC9D-4283-A245-38556C3DDBD4}" destId="{88B627C7-E944-4259-B311-EE10F1955831}" srcOrd="0" destOrd="0" presId="urn:microsoft.com/office/officeart/2005/8/layout/list1"/>
    <dgm:cxn modelId="{7C1B82FA-5A2D-4003-87A1-6D53D862608B}" type="presParOf" srcId="{F7AE7FFF-AC9D-4283-A245-38556C3DDBD4}" destId="{BBA56824-C59F-4196-A02C-BBA565EAF52A}" srcOrd="1" destOrd="0" presId="urn:microsoft.com/office/officeart/2005/8/layout/list1"/>
    <dgm:cxn modelId="{3DD3CD6F-192E-4698-BA75-121C9279C709}" type="presParOf" srcId="{FC58FB18-1E0A-4190-A289-8DF7C30C239D}" destId="{F3958C33-A6A8-4425-B81F-9CAB2EB1FEC5}" srcOrd="9" destOrd="0" presId="urn:microsoft.com/office/officeart/2005/8/layout/list1"/>
    <dgm:cxn modelId="{8CC7FC2C-3604-4FB7-AD3C-0543F332E14F}" type="presParOf" srcId="{FC58FB18-1E0A-4190-A289-8DF7C30C239D}" destId="{FB25C45A-05DE-4F2E-AA50-F64E879F678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1B0EAB-8B87-4E2C-84EB-5C160C838C6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E63460-20F4-4D94-BF6C-CC9EBE6ABEA8}">
      <dgm:prSet phldrT="[Text]"/>
      <dgm:spPr/>
      <dgm:t>
        <a:bodyPr/>
        <a:lstStyle/>
        <a:p>
          <a:r>
            <a:rPr lang="en-US" dirty="0"/>
            <a:t>Test-Driven Development (TDD)</a:t>
          </a:r>
        </a:p>
      </dgm:t>
    </dgm:pt>
    <dgm:pt modelId="{ED1F80DF-F9ED-44C4-AFCB-510F4BA1B1F9}" type="parTrans" cxnId="{D589026B-C791-4FBF-A5C0-95503323B247}">
      <dgm:prSet/>
      <dgm:spPr/>
      <dgm:t>
        <a:bodyPr/>
        <a:lstStyle/>
        <a:p>
          <a:endParaRPr lang="en-US"/>
        </a:p>
      </dgm:t>
    </dgm:pt>
    <dgm:pt modelId="{841B3EC9-C2EA-4FC1-99BC-C2DC6A29E178}" type="sibTrans" cxnId="{D589026B-C791-4FBF-A5C0-95503323B247}">
      <dgm:prSet/>
      <dgm:spPr/>
      <dgm:t>
        <a:bodyPr/>
        <a:lstStyle/>
        <a:p>
          <a:endParaRPr lang="en-US"/>
        </a:p>
      </dgm:t>
    </dgm:pt>
    <dgm:pt modelId="{AF4714A8-5AAF-44A1-9240-D1F8795FB325}">
      <dgm:prSet phldrT="[Text]"/>
      <dgm:spPr/>
      <dgm:t>
        <a:bodyPr/>
        <a:lstStyle/>
        <a:p>
          <a:r>
            <a:rPr lang="en-US" dirty="0"/>
            <a:t>Reproducibility</a:t>
          </a:r>
        </a:p>
      </dgm:t>
    </dgm:pt>
    <dgm:pt modelId="{7E01B498-8AC7-439B-A76D-96B53FD43DEA}" type="parTrans" cxnId="{994897D7-CB18-4B00-9810-E73A8BF179A4}">
      <dgm:prSet/>
      <dgm:spPr/>
      <dgm:t>
        <a:bodyPr/>
        <a:lstStyle/>
        <a:p>
          <a:endParaRPr lang="en-US"/>
        </a:p>
      </dgm:t>
    </dgm:pt>
    <dgm:pt modelId="{13BE56BF-FBC0-4517-94D8-30AEBFA4953A}" type="sibTrans" cxnId="{994897D7-CB18-4B00-9810-E73A8BF179A4}">
      <dgm:prSet/>
      <dgm:spPr/>
      <dgm:t>
        <a:bodyPr/>
        <a:lstStyle/>
        <a:p>
          <a:endParaRPr lang="en-US"/>
        </a:p>
      </dgm:t>
    </dgm:pt>
    <dgm:pt modelId="{6A0DC57D-CE01-4BCE-A557-DA4AC01C5E6E}">
      <dgm:prSet phldrT="[Text]"/>
      <dgm:spPr/>
      <dgm:t>
        <a:bodyPr/>
        <a:lstStyle/>
        <a:p>
          <a:r>
            <a:rPr lang="en-US" dirty="0"/>
            <a:t>API &amp; Pipeline Testing</a:t>
          </a:r>
        </a:p>
      </dgm:t>
    </dgm:pt>
    <dgm:pt modelId="{86297ECF-9D5F-4B34-BDCC-A16BA72C638C}" type="parTrans" cxnId="{07BA108D-C57F-47F1-A643-1759FEC7FA9C}">
      <dgm:prSet/>
      <dgm:spPr/>
      <dgm:t>
        <a:bodyPr/>
        <a:lstStyle/>
        <a:p>
          <a:endParaRPr lang="en-US"/>
        </a:p>
      </dgm:t>
    </dgm:pt>
    <dgm:pt modelId="{A1B83712-BE2D-4977-BD50-F304C7AF27DA}" type="sibTrans" cxnId="{07BA108D-C57F-47F1-A643-1759FEC7FA9C}">
      <dgm:prSet/>
      <dgm:spPr/>
      <dgm:t>
        <a:bodyPr/>
        <a:lstStyle/>
        <a:p>
          <a:endParaRPr lang="en-US"/>
        </a:p>
      </dgm:t>
    </dgm:pt>
    <dgm:pt modelId="{AA524534-A127-49CF-B951-C6ECBCE50DDA}">
      <dgm:prSet phldrT="[Text]"/>
      <dgm:spPr/>
      <dgm:t>
        <a:bodyPr/>
        <a:lstStyle/>
        <a:p>
          <a:r>
            <a:rPr lang="en-US" dirty="0"/>
            <a:t>Model Quality &amp; Infrastructure Checks</a:t>
          </a:r>
        </a:p>
      </dgm:t>
    </dgm:pt>
    <dgm:pt modelId="{5C83544D-D9CA-4EE3-8C48-E6BA328215F3}" type="parTrans" cxnId="{EC59D08C-436A-4DF6-8A1E-57945C83F8D1}">
      <dgm:prSet/>
      <dgm:spPr/>
      <dgm:t>
        <a:bodyPr/>
        <a:lstStyle/>
        <a:p>
          <a:endParaRPr lang="en-US"/>
        </a:p>
      </dgm:t>
    </dgm:pt>
    <dgm:pt modelId="{0444F0DD-E013-496D-B1F0-5BDB3B245684}" type="sibTrans" cxnId="{EC59D08C-436A-4DF6-8A1E-57945C83F8D1}">
      <dgm:prSet/>
      <dgm:spPr/>
      <dgm:t>
        <a:bodyPr/>
        <a:lstStyle/>
        <a:p>
          <a:endParaRPr lang="en-US"/>
        </a:p>
      </dgm:t>
    </dgm:pt>
    <dgm:pt modelId="{04D5177A-B5C5-4079-A86B-58D2DE5833C4}" type="pres">
      <dgm:prSet presAssocID="{B11B0EAB-8B87-4E2C-84EB-5C160C838C66}" presName="linear" presStyleCnt="0">
        <dgm:presLayoutVars>
          <dgm:dir/>
          <dgm:animLvl val="lvl"/>
          <dgm:resizeHandles val="exact"/>
        </dgm:presLayoutVars>
      </dgm:prSet>
      <dgm:spPr/>
    </dgm:pt>
    <dgm:pt modelId="{5AE89567-036E-4F45-83DD-F8FE578538C0}" type="pres">
      <dgm:prSet presAssocID="{A1E63460-20F4-4D94-BF6C-CC9EBE6ABEA8}" presName="parentLin" presStyleCnt="0"/>
      <dgm:spPr/>
    </dgm:pt>
    <dgm:pt modelId="{57B2C8DE-DE9E-4E69-865B-C1D962BA736D}" type="pres">
      <dgm:prSet presAssocID="{A1E63460-20F4-4D94-BF6C-CC9EBE6ABEA8}" presName="parentLeftMargin" presStyleLbl="node1" presStyleIdx="0" presStyleCnt="4"/>
      <dgm:spPr/>
    </dgm:pt>
    <dgm:pt modelId="{532C0FEA-B115-4330-A9F0-13EF15716B90}" type="pres">
      <dgm:prSet presAssocID="{A1E63460-20F4-4D94-BF6C-CC9EBE6ABE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3391D8-5681-4670-B167-9B3293E3314D}" type="pres">
      <dgm:prSet presAssocID="{A1E63460-20F4-4D94-BF6C-CC9EBE6ABEA8}" presName="negativeSpace" presStyleCnt="0"/>
      <dgm:spPr/>
    </dgm:pt>
    <dgm:pt modelId="{912BC73E-E74D-48B3-B3A2-501E05A8DF05}" type="pres">
      <dgm:prSet presAssocID="{A1E63460-20F4-4D94-BF6C-CC9EBE6ABEA8}" presName="childText" presStyleLbl="conFgAcc1" presStyleIdx="0" presStyleCnt="4">
        <dgm:presLayoutVars>
          <dgm:bulletEnabled val="1"/>
        </dgm:presLayoutVars>
      </dgm:prSet>
      <dgm:spPr/>
    </dgm:pt>
    <dgm:pt modelId="{D4BF5E52-07AE-486E-9E0E-1815278799B9}" type="pres">
      <dgm:prSet presAssocID="{841B3EC9-C2EA-4FC1-99BC-C2DC6A29E178}" presName="spaceBetweenRectangles" presStyleCnt="0"/>
      <dgm:spPr/>
    </dgm:pt>
    <dgm:pt modelId="{18866242-EC4D-42CC-B5D8-8D9929F9AED0}" type="pres">
      <dgm:prSet presAssocID="{AF4714A8-5AAF-44A1-9240-D1F8795FB325}" presName="parentLin" presStyleCnt="0"/>
      <dgm:spPr/>
    </dgm:pt>
    <dgm:pt modelId="{0CD57D5E-48C0-431D-8E0D-DBE628EFF13F}" type="pres">
      <dgm:prSet presAssocID="{AF4714A8-5AAF-44A1-9240-D1F8795FB325}" presName="parentLeftMargin" presStyleLbl="node1" presStyleIdx="0" presStyleCnt="4"/>
      <dgm:spPr/>
    </dgm:pt>
    <dgm:pt modelId="{07A464D8-B143-4EBF-B417-3F93ACCE73DB}" type="pres">
      <dgm:prSet presAssocID="{AF4714A8-5AAF-44A1-9240-D1F8795FB3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C604753-62CE-465D-9499-A7B21535C634}" type="pres">
      <dgm:prSet presAssocID="{AF4714A8-5AAF-44A1-9240-D1F8795FB325}" presName="negativeSpace" presStyleCnt="0"/>
      <dgm:spPr/>
    </dgm:pt>
    <dgm:pt modelId="{A29787C9-E70A-42CF-92CC-B79B89E0BCB8}" type="pres">
      <dgm:prSet presAssocID="{AF4714A8-5AAF-44A1-9240-D1F8795FB325}" presName="childText" presStyleLbl="conFgAcc1" presStyleIdx="1" presStyleCnt="4">
        <dgm:presLayoutVars>
          <dgm:bulletEnabled val="1"/>
        </dgm:presLayoutVars>
      </dgm:prSet>
      <dgm:spPr/>
    </dgm:pt>
    <dgm:pt modelId="{2382F3E0-7E1A-49C8-B98D-53291AF1E051}" type="pres">
      <dgm:prSet presAssocID="{13BE56BF-FBC0-4517-94D8-30AEBFA4953A}" presName="spaceBetweenRectangles" presStyleCnt="0"/>
      <dgm:spPr/>
    </dgm:pt>
    <dgm:pt modelId="{29C28BBF-CD57-4443-8152-805A889ACDA3}" type="pres">
      <dgm:prSet presAssocID="{6A0DC57D-CE01-4BCE-A557-DA4AC01C5E6E}" presName="parentLin" presStyleCnt="0"/>
      <dgm:spPr/>
    </dgm:pt>
    <dgm:pt modelId="{EB74175C-27B1-475F-A7B1-3B064C7C5DE1}" type="pres">
      <dgm:prSet presAssocID="{6A0DC57D-CE01-4BCE-A557-DA4AC01C5E6E}" presName="parentLeftMargin" presStyleLbl="node1" presStyleIdx="1" presStyleCnt="4"/>
      <dgm:spPr/>
    </dgm:pt>
    <dgm:pt modelId="{D102A3B0-D07C-4B07-B021-0D23DA7F62B3}" type="pres">
      <dgm:prSet presAssocID="{6A0DC57D-CE01-4BCE-A557-DA4AC01C5E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4BD04B-D90D-414F-96C7-CC97AF0C9506}" type="pres">
      <dgm:prSet presAssocID="{6A0DC57D-CE01-4BCE-A557-DA4AC01C5E6E}" presName="negativeSpace" presStyleCnt="0"/>
      <dgm:spPr/>
    </dgm:pt>
    <dgm:pt modelId="{2E8648EB-2FEA-4F87-B443-4B89E4C35F6D}" type="pres">
      <dgm:prSet presAssocID="{6A0DC57D-CE01-4BCE-A557-DA4AC01C5E6E}" presName="childText" presStyleLbl="conFgAcc1" presStyleIdx="2" presStyleCnt="4">
        <dgm:presLayoutVars>
          <dgm:bulletEnabled val="1"/>
        </dgm:presLayoutVars>
      </dgm:prSet>
      <dgm:spPr/>
    </dgm:pt>
    <dgm:pt modelId="{BE52F869-7DBC-4122-A377-47E19C67D914}" type="pres">
      <dgm:prSet presAssocID="{A1B83712-BE2D-4977-BD50-F304C7AF27DA}" presName="spaceBetweenRectangles" presStyleCnt="0"/>
      <dgm:spPr/>
    </dgm:pt>
    <dgm:pt modelId="{5F618532-F381-491A-873A-9C949E435609}" type="pres">
      <dgm:prSet presAssocID="{AA524534-A127-49CF-B951-C6ECBCE50DDA}" presName="parentLin" presStyleCnt="0"/>
      <dgm:spPr/>
    </dgm:pt>
    <dgm:pt modelId="{828A32FC-58D0-444B-BD32-861152927690}" type="pres">
      <dgm:prSet presAssocID="{AA524534-A127-49CF-B951-C6ECBCE50DDA}" presName="parentLeftMargin" presStyleLbl="node1" presStyleIdx="2" presStyleCnt="4"/>
      <dgm:spPr/>
    </dgm:pt>
    <dgm:pt modelId="{B3A589E6-F889-4737-8306-5FD81C80B555}" type="pres">
      <dgm:prSet presAssocID="{AA524534-A127-49CF-B951-C6ECBCE50DD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A2B0925-7B1F-4FAE-B174-CE38F44CC21F}" type="pres">
      <dgm:prSet presAssocID="{AA524534-A127-49CF-B951-C6ECBCE50DDA}" presName="negativeSpace" presStyleCnt="0"/>
      <dgm:spPr/>
    </dgm:pt>
    <dgm:pt modelId="{85288E47-6C2E-4D5B-9D89-BA10155FA36D}" type="pres">
      <dgm:prSet presAssocID="{AA524534-A127-49CF-B951-C6ECBCE50DD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8F3E206-BC71-4EAB-8150-9D4191CACED2}" type="presOf" srcId="{6A0DC57D-CE01-4BCE-A557-DA4AC01C5E6E}" destId="{D102A3B0-D07C-4B07-B021-0D23DA7F62B3}" srcOrd="1" destOrd="0" presId="urn:microsoft.com/office/officeart/2005/8/layout/list1"/>
    <dgm:cxn modelId="{18E21631-FE96-4921-85CA-C5121413222E}" type="presOf" srcId="{AA524534-A127-49CF-B951-C6ECBCE50DDA}" destId="{B3A589E6-F889-4737-8306-5FD81C80B555}" srcOrd="1" destOrd="0" presId="urn:microsoft.com/office/officeart/2005/8/layout/list1"/>
    <dgm:cxn modelId="{9CDD8132-F958-4A68-903C-BB84C0C4CE42}" type="presOf" srcId="{AF4714A8-5AAF-44A1-9240-D1F8795FB325}" destId="{07A464D8-B143-4EBF-B417-3F93ACCE73DB}" srcOrd="1" destOrd="0" presId="urn:microsoft.com/office/officeart/2005/8/layout/list1"/>
    <dgm:cxn modelId="{BDD13B49-98E2-4479-908A-0E9AF4554AC3}" type="presOf" srcId="{A1E63460-20F4-4D94-BF6C-CC9EBE6ABEA8}" destId="{57B2C8DE-DE9E-4E69-865B-C1D962BA736D}" srcOrd="0" destOrd="0" presId="urn:microsoft.com/office/officeart/2005/8/layout/list1"/>
    <dgm:cxn modelId="{D589026B-C791-4FBF-A5C0-95503323B247}" srcId="{B11B0EAB-8B87-4E2C-84EB-5C160C838C66}" destId="{A1E63460-20F4-4D94-BF6C-CC9EBE6ABEA8}" srcOrd="0" destOrd="0" parTransId="{ED1F80DF-F9ED-44C4-AFCB-510F4BA1B1F9}" sibTransId="{841B3EC9-C2EA-4FC1-99BC-C2DC6A29E178}"/>
    <dgm:cxn modelId="{50B9314B-8118-42EF-84CA-73CFA7622AC7}" type="presOf" srcId="{6A0DC57D-CE01-4BCE-A557-DA4AC01C5E6E}" destId="{EB74175C-27B1-475F-A7B1-3B064C7C5DE1}" srcOrd="0" destOrd="0" presId="urn:microsoft.com/office/officeart/2005/8/layout/list1"/>
    <dgm:cxn modelId="{EC59D08C-436A-4DF6-8A1E-57945C83F8D1}" srcId="{B11B0EAB-8B87-4E2C-84EB-5C160C838C66}" destId="{AA524534-A127-49CF-B951-C6ECBCE50DDA}" srcOrd="3" destOrd="0" parTransId="{5C83544D-D9CA-4EE3-8C48-E6BA328215F3}" sibTransId="{0444F0DD-E013-496D-B1F0-5BDB3B245684}"/>
    <dgm:cxn modelId="{07BA108D-C57F-47F1-A643-1759FEC7FA9C}" srcId="{B11B0EAB-8B87-4E2C-84EB-5C160C838C66}" destId="{6A0DC57D-CE01-4BCE-A557-DA4AC01C5E6E}" srcOrd="2" destOrd="0" parTransId="{86297ECF-9D5F-4B34-BDCC-A16BA72C638C}" sibTransId="{A1B83712-BE2D-4977-BD50-F304C7AF27DA}"/>
    <dgm:cxn modelId="{6C04848F-B8DB-44F2-B4F4-C9B8180B4259}" type="presOf" srcId="{B11B0EAB-8B87-4E2C-84EB-5C160C838C66}" destId="{04D5177A-B5C5-4079-A86B-58D2DE5833C4}" srcOrd="0" destOrd="0" presId="urn:microsoft.com/office/officeart/2005/8/layout/list1"/>
    <dgm:cxn modelId="{9A0D0392-184C-4F27-BC79-FB6813C0C8E5}" type="presOf" srcId="{AA524534-A127-49CF-B951-C6ECBCE50DDA}" destId="{828A32FC-58D0-444B-BD32-861152927690}" srcOrd="0" destOrd="0" presId="urn:microsoft.com/office/officeart/2005/8/layout/list1"/>
    <dgm:cxn modelId="{D8327AA9-315C-42EB-A8DB-6082B96D4D5B}" type="presOf" srcId="{AF4714A8-5AAF-44A1-9240-D1F8795FB325}" destId="{0CD57D5E-48C0-431D-8E0D-DBE628EFF13F}" srcOrd="0" destOrd="0" presId="urn:microsoft.com/office/officeart/2005/8/layout/list1"/>
    <dgm:cxn modelId="{994897D7-CB18-4B00-9810-E73A8BF179A4}" srcId="{B11B0EAB-8B87-4E2C-84EB-5C160C838C66}" destId="{AF4714A8-5AAF-44A1-9240-D1F8795FB325}" srcOrd="1" destOrd="0" parTransId="{7E01B498-8AC7-439B-A76D-96B53FD43DEA}" sibTransId="{13BE56BF-FBC0-4517-94D8-30AEBFA4953A}"/>
    <dgm:cxn modelId="{A77C60E1-099E-4C19-B136-0B28C4A580C1}" type="presOf" srcId="{A1E63460-20F4-4D94-BF6C-CC9EBE6ABEA8}" destId="{532C0FEA-B115-4330-A9F0-13EF15716B90}" srcOrd="1" destOrd="0" presId="urn:microsoft.com/office/officeart/2005/8/layout/list1"/>
    <dgm:cxn modelId="{8A8F4F29-FD97-431D-BF39-6C2D4F9B1716}" type="presParOf" srcId="{04D5177A-B5C5-4079-A86B-58D2DE5833C4}" destId="{5AE89567-036E-4F45-83DD-F8FE578538C0}" srcOrd="0" destOrd="0" presId="urn:microsoft.com/office/officeart/2005/8/layout/list1"/>
    <dgm:cxn modelId="{26EB848F-196F-49A9-91EE-B2C3EED3773B}" type="presParOf" srcId="{5AE89567-036E-4F45-83DD-F8FE578538C0}" destId="{57B2C8DE-DE9E-4E69-865B-C1D962BA736D}" srcOrd="0" destOrd="0" presId="urn:microsoft.com/office/officeart/2005/8/layout/list1"/>
    <dgm:cxn modelId="{9E8F8ED5-78AD-40F2-948E-75E9875FFFDC}" type="presParOf" srcId="{5AE89567-036E-4F45-83DD-F8FE578538C0}" destId="{532C0FEA-B115-4330-A9F0-13EF15716B90}" srcOrd="1" destOrd="0" presId="urn:microsoft.com/office/officeart/2005/8/layout/list1"/>
    <dgm:cxn modelId="{F9784ACF-BF4F-43C7-A91D-2A91DAA3E367}" type="presParOf" srcId="{04D5177A-B5C5-4079-A86B-58D2DE5833C4}" destId="{B43391D8-5681-4670-B167-9B3293E3314D}" srcOrd="1" destOrd="0" presId="urn:microsoft.com/office/officeart/2005/8/layout/list1"/>
    <dgm:cxn modelId="{C350F3A4-51F3-42EB-818D-C5D796D5F05E}" type="presParOf" srcId="{04D5177A-B5C5-4079-A86B-58D2DE5833C4}" destId="{912BC73E-E74D-48B3-B3A2-501E05A8DF05}" srcOrd="2" destOrd="0" presId="urn:microsoft.com/office/officeart/2005/8/layout/list1"/>
    <dgm:cxn modelId="{6A0B7138-2D14-4048-85CC-652EC4216D21}" type="presParOf" srcId="{04D5177A-B5C5-4079-A86B-58D2DE5833C4}" destId="{D4BF5E52-07AE-486E-9E0E-1815278799B9}" srcOrd="3" destOrd="0" presId="urn:microsoft.com/office/officeart/2005/8/layout/list1"/>
    <dgm:cxn modelId="{5353692C-938C-48F8-BE77-66AA0A7DB3AF}" type="presParOf" srcId="{04D5177A-B5C5-4079-A86B-58D2DE5833C4}" destId="{18866242-EC4D-42CC-B5D8-8D9929F9AED0}" srcOrd="4" destOrd="0" presId="urn:microsoft.com/office/officeart/2005/8/layout/list1"/>
    <dgm:cxn modelId="{8A52017D-1FFF-47D5-82B7-D4084F15DF64}" type="presParOf" srcId="{18866242-EC4D-42CC-B5D8-8D9929F9AED0}" destId="{0CD57D5E-48C0-431D-8E0D-DBE628EFF13F}" srcOrd="0" destOrd="0" presId="urn:microsoft.com/office/officeart/2005/8/layout/list1"/>
    <dgm:cxn modelId="{C5B83D92-B24C-4443-88D2-CC35E1FAE946}" type="presParOf" srcId="{18866242-EC4D-42CC-B5D8-8D9929F9AED0}" destId="{07A464D8-B143-4EBF-B417-3F93ACCE73DB}" srcOrd="1" destOrd="0" presId="urn:microsoft.com/office/officeart/2005/8/layout/list1"/>
    <dgm:cxn modelId="{D86AC20E-44DC-49D6-A9E3-C11C6600F1F5}" type="presParOf" srcId="{04D5177A-B5C5-4079-A86B-58D2DE5833C4}" destId="{4C604753-62CE-465D-9499-A7B21535C634}" srcOrd="5" destOrd="0" presId="urn:microsoft.com/office/officeart/2005/8/layout/list1"/>
    <dgm:cxn modelId="{D551A85A-467A-47CF-976B-39AD09466BF8}" type="presParOf" srcId="{04D5177A-B5C5-4079-A86B-58D2DE5833C4}" destId="{A29787C9-E70A-42CF-92CC-B79B89E0BCB8}" srcOrd="6" destOrd="0" presId="urn:microsoft.com/office/officeart/2005/8/layout/list1"/>
    <dgm:cxn modelId="{2B358260-612C-4BD7-8E3F-39A1B306468F}" type="presParOf" srcId="{04D5177A-B5C5-4079-A86B-58D2DE5833C4}" destId="{2382F3E0-7E1A-49C8-B98D-53291AF1E051}" srcOrd="7" destOrd="0" presId="urn:microsoft.com/office/officeart/2005/8/layout/list1"/>
    <dgm:cxn modelId="{4B4C00C7-CE29-4A57-B9BE-787004056E5F}" type="presParOf" srcId="{04D5177A-B5C5-4079-A86B-58D2DE5833C4}" destId="{29C28BBF-CD57-4443-8152-805A889ACDA3}" srcOrd="8" destOrd="0" presId="urn:microsoft.com/office/officeart/2005/8/layout/list1"/>
    <dgm:cxn modelId="{5D52325F-8A5A-448E-86D6-CD81CC366498}" type="presParOf" srcId="{29C28BBF-CD57-4443-8152-805A889ACDA3}" destId="{EB74175C-27B1-475F-A7B1-3B064C7C5DE1}" srcOrd="0" destOrd="0" presId="urn:microsoft.com/office/officeart/2005/8/layout/list1"/>
    <dgm:cxn modelId="{6B1962E7-0E21-43C9-8F4C-9FD3C0464CF0}" type="presParOf" srcId="{29C28BBF-CD57-4443-8152-805A889ACDA3}" destId="{D102A3B0-D07C-4B07-B021-0D23DA7F62B3}" srcOrd="1" destOrd="0" presId="urn:microsoft.com/office/officeart/2005/8/layout/list1"/>
    <dgm:cxn modelId="{5A437E8E-6E91-4780-9BE2-C880F0BE5398}" type="presParOf" srcId="{04D5177A-B5C5-4079-A86B-58D2DE5833C4}" destId="{9D4BD04B-D90D-414F-96C7-CC97AF0C9506}" srcOrd="9" destOrd="0" presId="urn:microsoft.com/office/officeart/2005/8/layout/list1"/>
    <dgm:cxn modelId="{4F6ED679-5F49-407D-BA86-48F2624DA404}" type="presParOf" srcId="{04D5177A-B5C5-4079-A86B-58D2DE5833C4}" destId="{2E8648EB-2FEA-4F87-B443-4B89E4C35F6D}" srcOrd="10" destOrd="0" presId="urn:microsoft.com/office/officeart/2005/8/layout/list1"/>
    <dgm:cxn modelId="{21ADA9DF-FA64-4B37-87B7-4BFCD702DF7C}" type="presParOf" srcId="{04D5177A-B5C5-4079-A86B-58D2DE5833C4}" destId="{BE52F869-7DBC-4122-A377-47E19C67D914}" srcOrd="11" destOrd="0" presId="urn:microsoft.com/office/officeart/2005/8/layout/list1"/>
    <dgm:cxn modelId="{CB1136B1-6477-4ECD-8BA0-EC6BA6C47DDE}" type="presParOf" srcId="{04D5177A-B5C5-4079-A86B-58D2DE5833C4}" destId="{5F618532-F381-491A-873A-9C949E435609}" srcOrd="12" destOrd="0" presId="urn:microsoft.com/office/officeart/2005/8/layout/list1"/>
    <dgm:cxn modelId="{42C74DAF-32CC-4E87-9386-4440DA2A3698}" type="presParOf" srcId="{5F618532-F381-491A-873A-9C949E435609}" destId="{828A32FC-58D0-444B-BD32-861152927690}" srcOrd="0" destOrd="0" presId="urn:microsoft.com/office/officeart/2005/8/layout/list1"/>
    <dgm:cxn modelId="{65424799-55BD-46A4-9D94-A58459E295CF}" type="presParOf" srcId="{5F618532-F381-491A-873A-9C949E435609}" destId="{B3A589E6-F889-4737-8306-5FD81C80B555}" srcOrd="1" destOrd="0" presId="urn:microsoft.com/office/officeart/2005/8/layout/list1"/>
    <dgm:cxn modelId="{9B22D4C0-AFD3-479B-BBE6-17945FBD8574}" type="presParOf" srcId="{04D5177A-B5C5-4079-A86B-58D2DE5833C4}" destId="{9A2B0925-7B1F-4FAE-B174-CE38F44CC21F}" srcOrd="13" destOrd="0" presId="urn:microsoft.com/office/officeart/2005/8/layout/list1"/>
    <dgm:cxn modelId="{8A1359EC-7282-4A1C-9262-F030DEAF9D41}" type="presParOf" srcId="{04D5177A-B5C5-4079-A86B-58D2DE5833C4}" destId="{85288E47-6C2E-4D5B-9D89-BA10155FA36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6B8B1-C162-4B7B-B7C7-7A258E286FD4}">
      <dsp:nvSpPr>
        <dsp:cNvPr id="0" name=""/>
        <dsp:cNvSpPr/>
      </dsp:nvSpPr>
      <dsp:spPr>
        <a:xfrm>
          <a:off x="0" y="47389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2492C5-3187-4C2A-8A14-9FB5D75BAF2D}">
      <dsp:nvSpPr>
        <dsp:cNvPr id="0" name=""/>
        <dsp:cNvSpPr/>
      </dsp:nvSpPr>
      <dsp:spPr>
        <a:xfrm>
          <a:off x="429815" y="4585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Production ML systems</a:t>
          </a:r>
        </a:p>
      </dsp:txBody>
      <dsp:txXfrm>
        <a:off x="471605" y="87648"/>
        <a:ext cx="5933838" cy="772500"/>
      </dsp:txXfrm>
    </dsp:sp>
    <dsp:sp modelId="{E86AA01C-952A-4F95-B022-7325B185E90B}">
      <dsp:nvSpPr>
        <dsp:cNvPr id="0" name=""/>
        <dsp:cNvSpPr/>
      </dsp:nvSpPr>
      <dsp:spPr>
        <a:xfrm>
          <a:off x="0" y="178933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B9039E-2B74-48D7-A5A4-2535BE9847DD}">
      <dsp:nvSpPr>
        <dsp:cNvPr id="0" name=""/>
        <dsp:cNvSpPr/>
      </dsp:nvSpPr>
      <dsp:spPr>
        <a:xfrm>
          <a:off x="429815" y="136129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Auto-ML</a:t>
          </a:r>
        </a:p>
      </dsp:txBody>
      <dsp:txXfrm>
        <a:off x="471605" y="1403088"/>
        <a:ext cx="5933838" cy="772500"/>
      </dsp:txXfrm>
    </dsp:sp>
    <dsp:sp modelId="{FB25C45A-05DE-4F2E-AA50-F64E879F678E}">
      <dsp:nvSpPr>
        <dsp:cNvPr id="0" name=""/>
        <dsp:cNvSpPr/>
      </dsp:nvSpPr>
      <dsp:spPr>
        <a:xfrm>
          <a:off x="0" y="310477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56824-C59F-4196-A02C-BBA565EAF52A}">
      <dsp:nvSpPr>
        <dsp:cNvPr id="0" name=""/>
        <dsp:cNvSpPr/>
      </dsp:nvSpPr>
      <dsp:spPr>
        <a:xfrm>
          <a:off x="429815" y="267673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Fairness</a:t>
          </a:r>
        </a:p>
      </dsp:txBody>
      <dsp:txXfrm>
        <a:off x="471605" y="2718528"/>
        <a:ext cx="5933838" cy="77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BC73E-E74D-48B3-B3A2-501E05A8DF05}">
      <dsp:nvSpPr>
        <dsp:cNvPr id="0" name=""/>
        <dsp:cNvSpPr/>
      </dsp:nvSpPr>
      <dsp:spPr>
        <a:xfrm>
          <a:off x="0" y="32899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C0FEA-B115-4330-A9F0-13EF15716B90}">
      <dsp:nvSpPr>
        <dsp:cNvPr id="0" name=""/>
        <dsp:cNvSpPr/>
      </dsp:nvSpPr>
      <dsp:spPr>
        <a:xfrm>
          <a:off x="429815" y="427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Test-Driven Development (TDD)</a:t>
          </a:r>
        </a:p>
      </dsp:txBody>
      <dsp:txXfrm>
        <a:off x="461518" y="35981"/>
        <a:ext cx="5954012" cy="586034"/>
      </dsp:txXfrm>
    </dsp:sp>
    <dsp:sp modelId="{A29787C9-E70A-42CF-92CC-B79B89E0BCB8}">
      <dsp:nvSpPr>
        <dsp:cNvPr id="0" name=""/>
        <dsp:cNvSpPr/>
      </dsp:nvSpPr>
      <dsp:spPr>
        <a:xfrm>
          <a:off x="0" y="132691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464D8-B143-4EBF-B417-3F93ACCE73DB}">
      <dsp:nvSpPr>
        <dsp:cNvPr id="0" name=""/>
        <dsp:cNvSpPr/>
      </dsp:nvSpPr>
      <dsp:spPr>
        <a:xfrm>
          <a:off x="429815" y="100219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Reproducibility</a:t>
          </a:r>
        </a:p>
      </dsp:txBody>
      <dsp:txXfrm>
        <a:off x="461518" y="1033901"/>
        <a:ext cx="5954012" cy="586034"/>
      </dsp:txXfrm>
    </dsp:sp>
    <dsp:sp modelId="{2E8648EB-2FEA-4F87-B443-4B89E4C35F6D}">
      <dsp:nvSpPr>
        <dsp:cNvPr id="0" name=""/>
        <dsp:cNvSpPr/>
      </dsp:nvSpPr>
      <dsp:spPr>
        <a:xfrm>
          <a:off x="0" y="232483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02A3B0-D07C-4B07-B021-0D23DA7F62B3}">
      <dsp:nvSpPr>
        <dsp:cNvPr id="0" name=""/>
        <dsp:cNvSpPr/>
      </dsp:nvSpPr>
      <dsp:spPr>
        <a:xfrm>
          <a:off x="429815" y="200011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API &amp; Pipeline Testing</a:t>
          </a:r>
        </a:p>
      </dsp:txBody>
      <dsp:txXfrm>
        <a:off x="461518" y="2031821"/>
        <a:ext cx="5954012" cy="586034"/>
      </dsp:txXfrm>
    </dsp:sp>
    <dsp:sp modelId="{85288E47-6C2E-4D5B-9D89-BA10155FA36D}">
      <dsp:nvSpPr>
        <dsp:cNvPr id="0" name=""/>
        <dsp:cNvSpPr/>
      </dsp:nvSpPr>
      <dsp:spPr>
        <a:xfrm>
          <a:off x="0" y="332275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589E6-F889-4737-8306-5FD81C80B555}">
      <dsp:nvSpPr>
        <dsp:cNvPr id="0" name=""/>
        <dsp:cNvSpPr/>
      </dsp:nvSpPr>
      <dsp:spPr>
        <a:xfrm>
          <a:off x="429815" y="299803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Model Quality &amp; Infrastructure Checks</a:t>
          </a:r>
        </a:p>
      </dsp:txBody>
      <dsp:txXfrm>
        <a:off x="461518" y="3029741"/>
        <a:ext cx="5954012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6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0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2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1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0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6997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76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603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34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2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75B0D-BA14-4682-AC7D-E10FEB1CF046}" type="datetimeFigureOut">
              <a:rPr lang="en-US" smtClean="0"/>
              <a:t>17/11/2025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0EC1-10B4-6259-A17A-D1F0E118C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209662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Real-world 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54BCF-420F-19F2-94F0-44B0B18BCE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CCE9D-CEB5-6330-81C4-BD831FDF4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0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3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5439-B504-0611-10ED-239125A0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means Real-world 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9B86-B844-9F69-3F67-9E1927110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ML refers to applying machine learning models in actual, live systems, not just in training or research.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involves not just building a model, but deploying it, maintaining it, monitoring it, and integrating it into real business or user workflows.</a:t>
            </a:r>
          </a:p>
        </p:txBody>
      </p:sp>
    </p:spTree>
    <p:extLst>
      <p:ext uri="{BB962C8B-B14F-4D97-AF65-F5344CB8AC3E}">
        <p14:creationId xmlns:p14="http://schemas.microsoft.com/office/powerpoint/2010/main" val="3402828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2469-FE1B-8960-2A1C-2EC79EAB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39" y="609600"/>
            <a:ext cx="8596668" cy="1320800"/>
          </a:xfrm>
        </p:spPr>
        <p:txBody>
          <a:bodyPr/>
          <a:lstStyle/>
          <a:p>
            <a:r>
              <a:rPr lang="en-US" dirty="0"/>
              <a:t>Real-world ML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7F2BBB-88D1-AB0B-091A-B2ED70EAF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057362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08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70E8-0545-4B9D-101A-88DF80EF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ML systems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C0D5-DBE5-1039-A0EF-18763B29B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ML Systems are the full ecosystem around a machine-learning model when it's deployed in the real world.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79FA1-FC66-919C-6F49-54D1D39BB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74" y="3024188"/>
            <a:ext cx="8307842" cy="352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1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3808-64B5-6BD6-9574-B18FAA38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Raw Data &amp; Feature Engineering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7D15-55F3-F034-B2E1-A9CDFE36A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can’t be used directly by a model.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(transforming.) makes raw data usable and meaningful.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transform data: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training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training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Ensure the model sees consistent, meaningful input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7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CD31-FAED-97E4-1A17-0C9445AC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transformation?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8777-5D1F-CDEC-36B5-1EB04A842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common type of data transformation is converting data into a form the model can understand — for example: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strings to numbers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“Red”, “Green”, “Blue” → 0, 1, 2 (or one-hot encoding)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numeric features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ages 0–100 scaled to 0–1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 or standardizing values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subtract mean, divide by standard deviation (Z-score)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variables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“Yes”/“No” → 1/0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939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B08B-FCBA-042D-2678-39DB70421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Data Before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3731B-81CA-B162-007E-7FD3F6EF0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raw data using code or tools.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transformed data for model use.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once, faster training.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dataset available → better transformation strategy.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repeat transformations during prediction → risk of training-serving skew.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 is worse for dynamic (online) inference; less risky for static (offline) inference.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Prepare consistent, optimized data ahead of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90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9312-46D9-AC0D-F29B-C26C9B01F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Data While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5E6A5-6794-E483-1FAB-A5F9AEE7F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 are part of the model code.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reads raw data directly and transforms it during training.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raw data can be reused if transformations change.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Guaranteed consistency between training and prediction → avoids skew.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transformations can slow down training/inference.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 happen for every batch, which can be inefficient.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90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D7DA-BDF0-2F42-7790-135BC195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 Dynamic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64BC0-16D8-3A65-20C7-D6B61DA2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Training (Offline):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 the model once on a fixed dataset, then serve the same version for a period.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Training (Online):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or frequently retrain the model so it updates as new data arrives.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90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F40-4247-A7C4-0E5F-F41C65B89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FC185BC-8B61-2E40-0E5D-4CE88771A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871847"/>
              </p:ext>
            </p:extLst>
          </p:nvPr>
        </p:nvGraphicFramePr>
        <p:xfrm>
          <a:off x="677691" y="2791959"/>
          <a:ext cx="8596311" cy="19202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373476988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71965347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031574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Training Type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Advantages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Disadvantages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18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Static Training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Simple: one model to build and test.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 become stale when data patterns change.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865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Dynamic Training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Adapts quickly to new trends and behavior.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Requires constant retraining, testing, and deployment.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2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83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EE438-FB95-F6D8-B59E-463DC900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the type of training?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F0E5-758D-C1B3-F385-575FE1C7B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data doesn’t change much, static training is cheaper and easier.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systems, data usually changes over time, even when it seems stable.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Even with static training, you should monitor input data for shifts.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21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E132-0A02-119E-E5A2-28AB6C57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 Dynamic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12096-60F1-DC87-CEFF-62D441761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using a trained model to generate predictions on unlabeled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model is actually deployed and used to make predictions on real, unseen data for end users or 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10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32DC7-D76D-3435-6E8B-51942146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Inference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47040-0B39-C15C-83CC-914EF35B9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Inference (Offline / Batch)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generated in advance on common inputs and cached for later use.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slow or resource-heavy models (e.g., takes 1 hour per prediction).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Inference (Online / Real-time)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generates predictions on demand, when requested by a user or system.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fast, low-latency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88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193AF-39FF-D1FD-67EB-9E9C0DED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&amp; Disadvantages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F901B0-E5DE-666C-4CDC-6C6D4F0EE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367823"/>
              </p:ext>
            </p:extLst>
          </p:nvPr>
        </p:nvGraphicFramePr>
        <p:xfrm>
          <a:off x="677334" y="2366123"/>
          <a:ext cx="8596311" cy="246888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318871421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99275028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6952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Disadvantages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293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Static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real-time compute cost• Allows post-verification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Only cached predictions available• Updates take hours or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48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Dynamic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 handle </a:t>
                      </a:r>
                      <a:r>
                        <a:rPr lang="en-US" b="1" dirty="0"/>
                        <a:t>any</a:t>
                      </a:r>
                      <a:r>
                        <a:rPr lang="en-US" dirty="0"/>
                        <a:t> new input• Useful for rare / long-tail predictions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compute + low-latency requirements• May require simpler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328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052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4B79-0C74-8D99-435D-4E2B0309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230B-B061-7A98-4F53-67BA3F447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Make sure the ML system works reliably before going live.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Checks: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input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feature transformations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new model quality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serving infrastructure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integration between all pipeline components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94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0F5A-011F-89AB-985E-86E02395C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Deployment Testing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EF2BA4-3A8E-18F8-FA02-9C65D48B8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84121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3213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03B1-4D73-56C2-FA0A-7914400A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Deployment Testing Types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BA10A-21BF-58E3-06D9-41D03B16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Test-Driven Development (TDD)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tests before coding to ensure the model behaves correctly.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ML, determine achievable loss first, then test new models against it.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training results consistent across runs.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fixed random seeds, consistent model initialization, averaging multiple runs, and version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066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5E31-3B69-C8EE-A04C-B5B4B57F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Deployment Testing Types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02321-A054-3D43-F350-98AC19FBA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Pipeline Testing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tests: Check small parts (e.g., API calls) for errors.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tests: Check the whole pipeline end-to-end to ensure all components work together.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Quality &amp; Infrastructure Checks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performance: Look for sudden or slow drops in accuracy or other metrics.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environment: Ensure the server or cloud setup supports model operations.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Sandbox testing: Try the model in a test environment before making it live.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39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9611-0E5A-DA40-7A86-55A9EC12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0237-65D2-3BBC-1F4D-5C2C8DE6E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Ensure data and models remain reliable, accurate, and fair in production.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monitoring steps: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raw data with a data schema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feature-engineered data with unit tests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data slices for bias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real-world metrics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for training-serving skew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model age, performance, and quality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randomization and reproducibility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572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7DA1-F1BD-869B-FF94-1DF98A1E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Raw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678E-E3FA-E1CD-16E5-4F1307EBD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Schema: A set of rules your data must follow.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feature ranges &amp; distributions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categorical values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anomalies or unexpected values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always 1–5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feature: most frequent word is “the”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values must be from allowed 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195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9034-1521-47FF-9B8A-DE00E232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Feature-Engineered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E8FD0-60AF-EF88-C5FE-414D43767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Tests: Feature-engineered data can differ from raw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features scaled (0–1)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vectors correct (only one 1)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features (mean ≈ 0)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handled (scaling/clipping)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911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AB66-C412-82BD-1F51-E49B3280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Slices &amp; Real-World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CA699-6CEB-352D-F1B3-BAB0C8F7E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Slices: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subsets of data (e.g., regions, age groups)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bias or poor performance in specific slices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slice metrics to overall metrics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Metrics: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metrics (AUC, accuracy) may not reflect impact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246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8DE7-FFC3-F3B8-861D-EA2BD2EA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Training-Serving Skew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8009-0E9B-834C-0304-8CE02C035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differs from serving data → poor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&amp; Fixes: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Skew: Format/distribution changes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Fix: Use same schema for training &amp; serving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Skew: Feature engineering differs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Fix: Use same transformations, monitor inconsistencies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Golden Rule: Training &amp; serving should mimic each other closely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097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569B-8D70-2C1B-8876-808718C0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D6699-B5A3-C06B-9F4C-089490AA6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Leakage: Avoid including features that reveal the target label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Age: Track time since last retraining → set alert thresholds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&amp; Outputs: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Inf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outputs in a layer should be non-zero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Monitoring: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model, code, and data versions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speed (steps/sec), memory, API response times, queries/sec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230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998-446F-41AF-42B7-A9B696FC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AutoML?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36F41-0753-19C9-5F54-3EFF8CD6D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AutoML = Automated Machine Learning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to make ML model building faster and more accessible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mainly on automating the model development cycle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AutoML Handles: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Engineering: Feature engineering, feature selection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Algorithm selection, hyperparameter tuning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Evaluate metrics on test &amp; validation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070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48C9-25D6-A924-9110-31FC45A1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AutoML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DDFF7-F9D9-3845-DFDD-5843A248C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Time: Avoid extensive manual experimentation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Quality: Tools search for the best performing model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Specialized Skills Needed: ML is more accessible to non-experts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Dataset Check: Quickly test if your dataset has useful signal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Evaluation: Identify which features are valuable for modeling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Enforce Best Practices: Automation applies ML best practices consistently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2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2DF7-A499-A5AD-49E4-C7C57DC4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AutoML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759D-4AE8-D74F-BE5D-56E1EFAA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Match Expert Models: Manual tuning can sometimes achieve higher quality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Opaque Model Process: Hard to see how the best model was selected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Variability: Different AutoML runs may produce different models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Customization: Cannot tweak the model during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67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AD7E-3C02-4BF8-6FDF-5C3C5DB8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8226D-AD4F-AFD4-29D6-C42CEEDD6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are still needed for good model performance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AutoML reduces the need to manually choose architecture or hyperparameters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AutoML systems: Can use transfer learning to work with smaller datasets (e.g., a few hundred images for image classification)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451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4626-A46E-03AB-D2BE-855B4619B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0A2FA-988A-927F-4CC3-E565D7219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No-Code Tools: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apps, easy to use, no programming needed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&amp; CLI Tools: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powerful &amp; flexible, require coding and ML knowledge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today: No-code AutoML for faster, accessible model building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342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76E0-6C5E-927A-2FEF-8C9829F5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AutoML Workflow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F883-7F52-683C-1F1F-C6C4E1A10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repetitive and technical parts of ML so you can focus on data and problem.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Gathering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</a:t>
            </a:r>
          </a:p>
          <a:p>
            <a:pPr lvl="1"/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Productionization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036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B68C-D417-ED2C-04F9-1FF644C4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Fairness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A744-6F20-FE3B-662E-25438F0A0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that a machine learning model should make decisions that are unbiased and equitable across different groups of people or data categories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fair model treats similar individuals similarly and does not systematically favor or disadvantage any group based on sensitive attributes like race, gender, age, or other protected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812066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A78D-770E-17A5-D78C-E3E4DC1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Bias in Data and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000A-C135-05FF-D725-CB7E874F2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Bias</a:t>
            </a:r>
            <a:r>
              <a:rPr lang="en-US" dirty="0"/>
              <a:t> refers to problems in data collection or model training that cause predictions to be </a:t>
            </a:r>
            <a:r>
              <a:rPr lang="en-US" b="1" dirty="0"/>
              <a:t>unfair, inaccurate, or misleading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72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5C319-1D75-CD2F-1DB4-09FD2BF7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Bias in Data and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7BE3-38CB-07D2-91F2-9DBAE38B0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Bias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events are recorded more often than others, misrepresenting reality.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Sentiment model trained mostly on very positive or negative book reviews, missing neutral opinions.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Bias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data reflects past inequalities or discrimination.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1960s housing prices reflect discriminatory lending practices.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Bias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Over-relying on automated system results, even if they are worse than human judgment.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Factory model trusted despite lower accuracy than human inspectors.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997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7943-F096-C43D-B9D4-1D7C69E2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Bias in Data and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1797-849E-E822-5BFB-8C82B0186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Bias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is not representative of the real world.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Bias: Some groups left out.</a:t>
            </a:r>
          </a:p>
          <a:p>
            <a:pPr lvl="2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 only includes buyers of a product, ignoring competitors’ buyers.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Non-Response Bias: Missing data due to non-participation.</a:t>
            </a:r>
          </a:p>
          <a:p>
            <a:pPr lvl="2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Competitors’ buyers refuse to complete survey.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Bias: Data not randomly collected.</a:t>
            </a:r>
          </a:p>
          <a:p>
            <a:pPr lvl="2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 only uses first 200 respondents.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178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0D31-4586-D66F-61FB-AC3C1EB3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Bias in Data and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312F3-77AA-C6B9-0734-FD2C4B672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Attribution Bias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Generalizing traits of individuals to entire groups.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In-Group Bias: Favoring your own group.</a:t>
            </a:r>
          </a:p>
          <a:p>
            <a:pPr lvl="2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Preferring applicants from your own school.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Out-Group Homogeneity Bias: Stereotyping other groups.</a:t>
            </a:r>
          </a:p>
          <a:p>
            <a:pPr lvl="2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Assuming all applicants from other schools are less skilled.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Bias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based on personal experience or cultural norms.</a:t>
            </a: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Interpreting a head shake differently depending on region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084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55FF-79F4-FA23-5A25-4F823FDF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Bias in Data and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5A728-0CBA-E581-94CD-1D571AB6C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Bias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Favoring data that confirms pre-existing beliefs.</a:t>
            </a:r>
          </a:p>
          <a:p>
            <a:pPr lvl="1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Ignoring evidence that small dogs are not aggressive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Experimenter’s Bias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experiments or retraining models until results match expectations.</a:t>
            </a:r>
          </a:p>
          <a:p>
            <a:pPr lvl="1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Retraining a dog-aggressiveness model to match personal beliefs.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546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EED3-3A9C-B554-FA13-ADFAC57E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Bias Can Exist in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663B-3C85-1F5A-72FD-77EF9AA08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Feature Values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Feature Values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Skew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groups may be over- or under-represented compared to real life.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09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E633-36C2-8349-9D5F-1747E1FB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Mitigating Bias in ML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510CA-5510-D446-5B3A-C0C703945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Augmenting the Training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more data to fix missing, skewed, or unbalanced samples.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fairness and representativeness.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data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or time to collect data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Legal, ethical, or privacy restrictions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537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218E-72ED-7D7F-C7A2-63FD0A86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Mitigating Bias in ML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3D05-F103-0D3F-7333-044BDD97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the Model’s Optimization Function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loss function to account for subgroup imbalances.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Fairness-aware techniques:</a:t>
            </a:r>
          </a:p>
          <a:p>
            <a:pPr lvl="2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MinDiff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Balances errors across groups.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Logit Pairing (CLP): Keeps predictions unchanged when only a sensitive attribute changes.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172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99F4-00D3-310B-187B-0C8958DD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Evaluating for bias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22198-C5B6-1FFC-A69A-ECE1C22CB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isn’t enough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on the whole dataset can hide poor results for smaller subgroups.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metrics like precision, recall, and accuracy may not reveal bias.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University Admissions Model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students: 80 majority (blue), 20 minority (orange)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admits 20 students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ensure fair selection across both groups, not just overall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414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2BCC-2D2D-E92F-AB14-99EEF469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0485"/>
            <a:ext cx="8596668" cy="1320800"/>
          </a:xfrm>
        </p:spPr>
        <p:txBody>
          <a:bodyPr/>
          <a:lstStyle/>
          <a:p>
            <a:r>
              <a:rPr lang="en-US" b="1" dirty="0"/>
              <a:t>Fairness requires special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6181C-FA81-3607-A780-BD518C35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Parity – Ensures selection rates are similar across groups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Equality of Opportunity – Ensures true positive rates are similar across groups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Fairness – Ensures predictions don’t change if only a sensitive attribute changes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these metrics helps detect hidden unfairness and ensures equitable treatment for all groups.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471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5046-F6DC-78EC-A482-8BA8EA4D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6-Demographic parity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07830-F6BE-F536-3298-8871F94E8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satisfies demographic parity if the chance of admission is independent of demographic group.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rates for majority and minority groups are the same.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Majority: 16 admitted out of 80 → 20%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Minority: 4 admitted out of 20 → 20%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parity achieved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57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DA90-5757-98E3-46B4-7E16DAC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Benefits/Drawbacks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8849-DD37-2F98-AA81-B42DC8EAB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equal representation of majority and minority groups in admissions relative to the candidate pool.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qualification within each group.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students may not be treated fairly: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42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1C08-6B82-F8A6-ACCB-9144E560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77DAD97-3EDE-5A17-6C72-E55E52FE4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492447"/>
              </p:ext>
            </p:extLst>
          </p:nvPr>
        </p:nvGraphicFramePr>
        <p:xfrm>
          <a:off x="677334" y="2649969"/>
          <a:ext cx="8420100" cy="1748790"/>
        </p:xfrm>
        <a:graphic>
          <a:graphicData uri="http://schemas.openxmlformats.org/drawingml/2006/table">
            <a:tbl>
              <a:tblPr/>
              <a:tblGrid>
                <a:gridCol w="1684020">
                  <a:extLst>
                    <a:ext uri="{9D8B030D-6E8A-4147-A177-3AD203B41FA5}">
                      <a16:colId xmlns:a16="http://schemas.microsoft.com/office/drawing/2014/main" val="832748926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3067227517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620656560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1586962546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35130639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endParaRPr lang="en-US" b="0">
                        <a:solidFill>
                          <a:srgbClr val="202124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Majority group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Minority group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4586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endParaRPr lang="en-US" b="0">
                        <a:solidFill>
                          <a:srgbClr val="202124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Accepted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Rejected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Accepted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Rejected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683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>
                          <a:effectLst/>
                        </a:rPr>
                        <a:t>Qualified</a:t>
                      </a:r>
                      <a:endParaRPr lang="en-US">
                        <a:effectLst/>
                      </a:endParaRP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16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19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11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871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>
                          <a:effectLst/>
                        </a:rPr>
                        <a:t>Unqualified</a:t>
                      </a:r>
                      <a:endParaRPr lang="en-US">
                        <a:effectLst/>
                      </a:endParaRP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45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5</a:t>
                      </a:r>
                    </a:p>
                  </a:txBody>
                  <a:tcPr marL="76200" marR="76200" marT="66675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235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0789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CE4F-4E43-9DE6-295D-8BA4FF55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AC25-558A-5D49-DAEA-8F3F13A82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9A221-9E35-DE86-6224-B4F5E9C4A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4" y="2159575"/>
            <a:ext cx="8826433" cy="1617978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1DC83824-FB44-320E-4E26-DE85191F3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29" y="4109852"/>
            <a:ext cx="97753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 though overall admission rates are equal (20%), the acceptance rate for qualified students differs (Majority 46% vs. Minority 27%).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that demographic parity may not fully capture fairness when qualification distribution varies.</a:t>
            </a:r>
          </a:p>
        </p:txBody>
      </p:sp>
    </p:spTree>
    <p:extLst>
      <p:ext uri="{BB962C8B-B14F-4D97-AF65-F5344CB8AC3E}">
        <p14:creationId xmlns:p14="http://schemas.microsoft.com/office/powerpoint/2010/main" val="11069316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EA22-4C8E-4392-55C4-0DCDE55A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Equality of Opportunity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46AE7-EEEE-4F25-A2C2-561A693E4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satisfies equality of opportunity if qualified candidates from all demographic groups have an equal chance of admission.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only on the “preferred label” (e.g., qualified students).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Pool: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Majority: 35 qualified, 45 unqualified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Minority: 15 qualified, 5 unqualified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Accepted qualified students:</a:t>
            </a:r>
          </a:p>
          <a:p>
            <a:pPr lvl="2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Majority: 14 → 40%</a:t>
            </a:r>
          </a:p>
          <a:p>
            <a:pPr lvl="2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Minority: 6 → 40%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satisfies equality of opportunity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773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082DB-6897-B312-A50E-EF2C2E07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3436D-3652-66D3-EB31-848BB6265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qualified candidates are treated fairly, even if overall admission rates differ.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different ratios of positive/negative predictions across groups.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479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8DBC-356B-51B3-7E92-7F5BD8CD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DA7C-3CB6-6A62-F65A-C745B83D9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considers the preferred outcome: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 check fairness in rejecting unqualified students.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fairness in both admitting and rejecting, use equalized odds.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demographic information: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measure fairness if demographic labels are missing.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1275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9710-E978-64CD-AAE0-1134B4943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Counterfactual Fairness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F79D-34AB-6409-50E5-4C177CC3F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fairness metrics assume complete demographic data, but in real-world datasets, most examples often lack demographic information.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Only 6% of students self-identify in an admissions dataset.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Fairness Definition: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examples identical in all respects except a sensitive attribute (e.g., demographic group) should receive the same model prediction.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at the individual prediction level, not just for aggregate metrics.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999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F01C-2911-3140-73D3-457E3EAD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8606-92FD-A078-E7D0-FAF73817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predictions for pairs of candidates who are </a:t>
            </a:r>
            <a:r>
              <a:rPr lang="en-US" b="1" dirty="0"/>
              <a:t>identically qualified</a:t>
            </a:r>
            <a:r>
              <a:rPr lang="en-US" dirty="0"/>
              <a:t> except for the sensitive attribute.</a:t>
            </a:r>
          </a:p>
          <a:p>
            <a:r>
              <a:rPr lang="en-US" dirty="0"/>
              <a:t>If the model treats both candidates the same → </a:t>
            </a:r>
            <a:r>
              <a:rPr lang="en-US" b="1" dirty="0"/>
              <a:t>counterfactual fairness satisfied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66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4916-98C7-69E8-3D27-1114739C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Benefits/ Drawbacks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60FE7-AC36-EC40-8175-5A38F9624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incomplete demographic data: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Reveals bias at the individual level: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unfair treatment of specific candidates that aggregate metrics may miss.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provide a full dataset-wide view of bias.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individual-level discrepancies may not fix systemic bias affecting subgroups.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562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B7DC1-3EC4-5045-2354-D4B7BF2DE8B8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26707157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395</TotalTime>
  <Words>2603</Words>
  <Application>Microsoft Office PowerPoint</Application>
  <PresentationFormat>Widescreen</PresentationFormat>
  <Paragraphs>349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Roboto</vt:lpstr>
      <vt:lpstr>Times New Roman</vt:lpstr>
      <vt:lpstr>Trebuchet MS</vt:lpstr>
      <vt:lpstr>Wingdings 3</vt:lpstr>
      <vt:lpstr>Facet</vt:lpstr>
      <vt:lpstr>Real-world ML</vt:lpstr>
      <vt:lpstr>What does means Real-world ML?</vt:lpstr>
      <vt:lpstr>Real-world ML</vt:lpstr>
      <vt:lpstr>Production ML systems </vt:lpstr>
      <vt:lpstr>Raw Data &amp; Feature Engineering </vt:lpstr>
      <vt:lpstr>What is data transformation?</vt:lpstr>
      <vt:lpstr>Transforming Data Before Training</vt:lpstr>
      <vt:lpstr>Transforming Data While Training</vt:lpstr>
      <vt:lpstr>Static vs Dynamic Training</vt:lpstr>
      <vt:lpstr>Advantages &amp; Disadvantages</vt:lpstr>
      <vt:lpstr>How to choose the type of training?</vt:lpstr>
      <vt:lpstr>Static vs Dynamic Inference</vt:lpstr>
      <vt:lpstr>Types of Inference </vt:lpstr>
      <vt:lpstr>Advantages &amp; Disadvantages </vt:lpstr>
      <vt:lpstr>Deployment Testing</vt:lpstr>
      <vt:lpstr>Type of Deployment Testing </vt:lpstr>
      <vt:lpstr>Deployment Testing Types </vt:lpstr>
      <vt:lpstr>Deployment Testing Types </vt:lpstr>
      <vt:lpstr>Monitoring Pipelines</vt:lpstr>
      <vt:lpstr>Validate Raw Data</vt:lpstr>
      <vt:lpstr>Validate Feature-Engineered Data</vt:lpstr>
      <vt:lpstr>Data Slices &amp; Real-World Metrics</vt:lpstr>
      <vt:lpstr>Training-Serving Skew </vt:lpstr>
      <vt:lpstr>Additional Checks</vt:lpstr>
      <vt:lpstr>What is AutoML?</vt:lpstr>
      <vt:lpstr>Benefits of AutoML</vt:lpstr>
      <vt:lpstr>Limitations of AutoML</vt:lpstr>
      <vt:lpstr>Data Requirements</vt:lpstr>
      <vt:lpstr>AutoML Tools</vt:lpstr>
      <vt:lpstr>AutoML Workflow Overview </vt:lpstr>
      <vt:lpstr>Fairness </vt:lpstr>
      <vt:lpstr>Types of Bias in Data and ML</vt:lpstr>
      <vt:lpstr>Types of Bias in Data and ML</vt:lpstr>
      <vt:lpstr>Types of Bias in Data and ML</vt:lpstr>
      <vt:lpstr>Types of Bias in Data and ML</vt:lpstr>
      <vt:lpstr>Types of Bias in Data and ML</vt:lpstr>
      <vt:lpstr>Where Bias Can Exist in the Data</vt:lpstr>
      <vt:lpstr>Mitigating Bias in ML Models </vt:lpstr>
      <vt:lpstr>Mitigating Bias in ML Models </vt:lpstr>
      <vt:lpstr>Evaluating for bias</vt:lpstr>
      <vt:lpstr>Fairness requires special metrics </vt:lpstr>
      <vt:lpstr>6-Demographic parity</vt:lpstr>
      <vt:lpstr>Benefits/Drawbacks</vt:lpstr>
      <vt:lpstr>Drawbacks</vt:lpstr>
      <vt:lpstr>Drawbacks</vt:lpstr>
      <vt:lpstr>Equality of Opportunity </vt:lpstr>
      <vt:lpstr>Benefits</vt:lpstr>
      <vt:lpstr>Drawbacks</vt:lpstr>
      <vt:lpstr>Counterfactual Fairness </vt:lpstr>
      <vt:lpstr>How It Works </vt:lpstr>
      <vt:lpstr>Benefits/ Drawbacks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6</cp:revision>
  <dcterms:created xsi:type="dcterms:W3CDTF">2025-11-09T19:36:20Z</dcterms:created>
  <dcterms:modified xsi:type="dcterms:W3CDTF">2025-11-17T20:31:42Z</dcterms:modified>
</cp:coreProperties>
</file>