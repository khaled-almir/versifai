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3387B-43D2-4C22-BA56-3CA27C5A5D2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2DFC1-BCD7-44BA-B988-2D71F2CC2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63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2DFC1-BCD7-44BA-B988-2D71F2CC2D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59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6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0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2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1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0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6997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76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603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34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2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75B0D-BA14-4682-AC7D-E10FEB1CF04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ypai-login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0EC1-10B4-6259-A17A-D1F0E118C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646302"/>
          </a:xfrm>
        </p:spPr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Detection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54BCF-420F-19F2-94F0-44B0B18BCE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CCE9D-CEB5-6330-81C4-BD831FDF4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0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3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4010E-989F-EB6B-3E06-4F096A0A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Legitimate Website vs a Phishing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32CC-BA68-29D4-FCD1-72A41408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website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Operated by a real organization or person and designed to provide genuine content or services.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valid domain, secure connections (HTTPS), consistent branding, and clear contact/legal info.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website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site created to impersonate a legitimate one to steal credentials, payment data, or install malware.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uses look‑alike domains, spoofed logos, urgent messages, and forms that request sensitive info.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52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6883-7701-27C4-366D-4C9AA359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97B0A-9D43-A243-4CDC-E6FC95065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https://www.paypal.com – official PayPal site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https://www.paypa1-login.com – fake site mimicking PayPal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 finds open redirect or injects a link on legit.com.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Victim clicks a link that appears to belong to legit.com.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site redirects the user to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https://www.paypa1-login.com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sees a cloned login page, enters credentials → attacker collects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57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CC7E-2410-A957-543F-EE2EE1C4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Goal of This Project?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16234-F77E-4844-F6F1-531BC3E08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detect and classify websites as either legitimate or phishing using machine learning.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from website features (like URLs, links, forms) to predict if a site is safe or not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and security teams identify phishing threats automatically and prevent attacks before they happen.</a:t>
            </a:r>
          </a:p>
        </p:txBody>
      </p:sp>
    </p:spTree>
    <p:extLst>
      <p:ext uri="{BB962C8B-B14F-4D97-AF65-F5344CB8AC3E}">
        <p14:creationId xmlns:p14="http://schemas.microsoft.com/office/powerpoint/2010/main" val="79554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B3DD-1A40-E98A-BD37-FE23845A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This Project Can Be Useful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76C9E-7E27-1B09-BEAE-EFDB32123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 Non-Technical Users (Any User)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Warns if a link might be fake or dangerous.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accidentally giving passwords or sensitive info to attackers.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browsers, emails, or apps to show “safe” or “suspicious” links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everyday users from phishing attacks without needing technical knowledge.	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196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63C6-8E04-0A8E-493B-8B83C1B4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This Project Can Be Useful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DDD1-4A2E-0A8B-A293-A1BE99242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Technical Users (Cybersecurity / SOC Analysts)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URLs automatically and flags high-risk links for investigation.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confirmed phishing URLs to blocklists or firewall rules.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 up threat detection, reduces analyst workload, and strengthens organizational security.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558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4D6F-6EC6-CFDD-9ED7-89E79392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Machine Learning Model Used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E9DF-A9F8-C43C-73EA-3CBDF4087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Type: Supervised Machine Learning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for baseline classification and interpretability.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Classification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two classes: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→ Legitimate Website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→ Phishing Website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94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0FA5-C79C-761E-072E-E045E118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DA18-3CE8-31CB-6F51-5BD32ADF4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supervised machine learning algorithm used for binary classification problems.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predicts the probability that an input belongs to one of two classes (e.g., phishing or legitimate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threshold (e.g., 0.5) decides the final prediction: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≥ 0.5 → Phishing (1)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&lt; 0.5 → Legitimate (0)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26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430F-044E-280D-47B0-193A8090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FD21-BB47-2B0A-ADA6-885DB51D2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algorithm that combines many decision trees to make a final prediction.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tree gives a vote, and the majority vote decides if a website is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legitimate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multiple decision trees from random samples of the data.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tree learns different feature patterns.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prediction is made by averaging or voting among all trees.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70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5318-85A8-EB7E-6BBD-4F3C8BBC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4CC7F-7912-CA5D-2BCF-D64D790FD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 in This Project: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and robust than a single model.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patterns in phishing data better.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errors and avoids overfitting.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7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E9767-3246-E9E2-62FA-AE2E52FB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15AAFB-7443-3DD2-0432-AE01CAB1E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333" y="2160588"/>
            <a:ext cx="5729371" cy="3881437"/>
          </a:xfrm>
        </p:spPr>
      </p:pic>
    </p:spTree>
    <p:extLst>
      <p:ext uri="{BB962C8B-B14F-4D97-AF65-F5344CB8AC3E}">
        <p14:creationId xmlns:p14="http://schemas.microsoft.com/office/powerpoint/2010/main" val="3632617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B7DC1-3EC4-5045-2354-D4B7BF2DE8B8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26707157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1896</TotalTime>
  <Words>595</Words>
  <Application>Microsoft Office PowerPoint</Application>
  <PresentationFormat>Widescreen</PresentationFormat>
  <Paragraphs>62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Wingdings 3</vt:lpstr>
      <vt:lpstr>Facet</vt:lpstr>
      <vt:lpstr>Phishing Detection Using Machine Learning</vt:lpstr>
      <vt:lpstr>What is a Legitimate Website vs a Phishing Website</vt:lpstr>
      <vt:lpstr>Example </vt:lpstr>
      <vt:lpstr>What Is the Goal of This Project?</vt:lpstr>
      <vt:lpstr>How This Project Can Be Useful </vt:lpstr>
      <vt:lpstr>How This Project Can Be Useful </vt:lpstr>
      <vt:lpstr>Machine Learning Model Used </vt:lpstr>
      <vt:lpstr>Logistic Regression Model </vt:lpstr>
      <vt:lpstr>Random Forest Classifier</vt:lpstr>
      <vt:lpstr>Random Forest Classifier</vt:lpstr>
      <vt:lpstr>Random Forest Classifier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3</cp:revision>
  <dcterms:created xsi:type="dcterms:W3CDTF">2025-11-09T19:36:20Z</dcterms:created>
  <dcterms:modified xsi:type="dcterms:W3CDTF">2025-11-12T08:35:14Z</dcterms:modified>
</cp:coreProperties>
</file>